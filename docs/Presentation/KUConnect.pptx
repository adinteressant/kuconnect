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7" r:id="rId10"/>
    <p:sldId id="270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89"/>
    <a:srgbClr val="167E9C"/>
    <a:srgbClr val="159BBF"/>
    <a:srgbClr val="F0EFF9"/>
    <a:srgbClr val="1E293B"/>
    <a:srgbClr val="169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74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3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0" y="1122363"/>
            <a:ext cx="59131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779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11695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FF9"/>
                </a:solidFill>
              </a:defRPr>
            </a:lvl1pPr>
          </a:lstStyle>
          <a:p>
            <a:fld id="{A188B168-18F2-4E15-8803-8B19BF431286}" type="datetimeFigureOut">
              <a:rPr lang="en-US" smtClean="0"/>
              <a:pPr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1169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FF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1169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FF9"/>
                </a:solidFill>
              </a:defRPr>
            </a:lvl1pPr>
          </a:lstStyle>
          <a:p>
            <a:fld id="{188366A4-2891-4E3A-B800-81BF84C8B4A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45991"/>
            <a:ext cx="2806731" cy="29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38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8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7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0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1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4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9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5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88B168-18F2-4E15-8803-8B19BF431286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8366A4-2891-4E3A-B800-81BF84C8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6994"/>
            <a:ext cx="9860280" cy="2883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17619"/>
            <a:ext cx="9860280" cy="235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525780" y="182880"/>
            <a:ext cx="11132419" cy="136759"/>
            <a:chOff x="537210" y="182880"/>
            <a:chExt cx="11132419" cy="136759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609600" y="251460"/>
              <a:ext cx="10980420" cy="0"/>
            </a:xfrm>
            <a:prstGeom prst="line">
              <a:avLst/>
            </a:prstGeom>
            <a:ln>
              <a:solidFill>
                <a:srgbClr val="169BBF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 userDrawn="1"/>
          </p:nvSpPr>
          <p:spPr>
            <a:xfrm>
              <a:off x="537210" y="182880"/>
              <a:ext cx="132949" cy="132949"/>
            </a:xfrm>
            <a:prstGeom prst="ellipse">
              <a:avLst/>
            </a:prstGeom>
            <a:ln>
              <a:solidFill>
                <a:srgbClr val="169B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 userDrawn="1"/>
          </p:nvSpPr>
          <p:spPr>
            <a:xfrm>
              <a:off x="11536680" y="186690"/>
              <a:ext cx="132949" cy="132949"/>
            </a:xfrm>
            <a:prstGeom prst="ellipse">
              <a:avLst/>
            </a:prstGeom>
            <a:ln>
              <a:solidFill>
                <a:srgbClr val="169B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529590" y="6530340"/>
            <a:ext cx="11132419" cy="136759"/>
            <a:chOff x="537210" y="182880"/>
            <a:chExt cx="11132419" cy="136759"/>
          </a:xfrm>
        </p:grpSpPr>
        <p:cxnSp>
          <p:nvCxnSpPr>
            <p:cNvPr id="16" name="Straight Connector 15"/>
            <p:cNvCxnSpPr/>
            <p:nvPr userDrawn="1"/>
          </p:nvCxnSpPr>
          <p:spPr>
            <a:xfrm>
              <a:off x="609600" y="251460"/>
              <a:ext cx="10980420" cy="0"/>
            </a:xfrm>
            <a:prstGeom prst="line">
              <a:avLst/>
            </a:prstGeom>
            <a:ln>
              <a:solidFill>
                <a:srgbClr val="169BBF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 userDrawn="1"/>
          </p:nvSpPr>
          <p:spPr>
            <a:xfrm>
              <a:off x="537210" y="182880"/>
              <a:ext cx="132949" cy="132949"/>
            </a:xfrm>
            <a:prstGeom prst="ellipse">
              <a:avLst/>
            </a:prstGeom>
            <a:ln>
              <a:solidFill>
                <a:srgbClr val="169B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11536680" y="186690"/>
              <a:ext cx="132949" cy="132949"/>
            </a:xfrm>
            <a:prstGeom prst="ellipse">
              <a:avLst/>
            </a:prstGeom>
            <a:ln>
              <a:solidFill>
                <a:srgbClr val="169B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628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EFF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0EFF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0EFF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0EFF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FF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FF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91D50DD-0E0B-59C8-B24C-281781379C04}"/>
              </a:ext>
            </a:extLst>
          </p:cNvPr>
          <p:cNvSpPr/>
          <p:nvPr/>
        </p:nvSpPr>
        <p:spPr>
          <a:xfrm>
            <a:off x="5827594" y="3284035"/>
            <a:ext cx="6364407" cy="2943922"/>
          </a:xfrm>
          <a:prstGeom prst="rect">
            <a:avLst/>
          </a:prstGeom>
          <a:gradFill flip="none" rotWithShape="1">
            <a:gsLst>
              <a:gs pos="13000">
                <a:srgbClr val="167E9C">
                  <a:shade val="30000"/>
                  <a:satMod val="115000"/>
                </a:srgbClr>
              </a:gs>
              <a:gs pos="68000">
                <a:srgbClr val="167E9C">
                  <a:shade val="67500"/>
                  <a:satMod val="115000"/>
                </a:srgbClr>
              </a:gs>
              <a:gs pos="100000">
                <a:srgbClr val="167E9C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4150" y="1272209"/>
            <a:ext cx="5913120" cy="1442624"/>
          </a:xfrm>
        </p:spPr>
        <p:txBody>
          <a:bodyPr/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KUConnect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13245" y="3428999"/>
            <a:ext cx="6278755" cy="2798957"/>
          </a:xfrm>
        </p:spPr>
        <p:txBody>
          <a:bodyPr>
            <a:noAutofit/>
          </a:bodyPr>
          <a:lstStyle/>
          <a:p>
            <a:pPr marR="258445" algn="l">
              <a:lnSpc>
                <a:spcPct val="150000"/>
              </a:lnSpc>
              <a:spcBef>
                <a:spcPts val="775"/>
              </a:spcBef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Shriharsh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Acharya </a:t>
            </a:r>
          </a:p>
          <a:p>
            <a:pPr marR="258445" algn="l">
              <a:lnSpc>
                <a:spcPct val="150000"/>
              </a:lnSpc>
              <a:spcBef>
                <a:spcPts val="775"/>
              </a:spcBef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Rochak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Adhikari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8445" algn="l">
              <a:lnSpc>
                <a:spcPct val="150000"/>
              </a:lnSpc>
              <a:spcBef>
                <a:spcPts val="775"/>
              </a:spcBef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Suyog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Basnet</a:t>
            </a:r>
            <a:endParaRPr lang="x-none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8445" algn="l">
              <a:lnSpc>
                <a:spcPct val="150000"/>
              </a:lnSpc>
              <a:spcBef>
                <a:spcPts val="775"/>
              </a:spcBef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Aditya Pokharel </a:t>
            </a:r>
            <a:endParaRPr lang="x-none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8445" algn="l">
              <a:lnSpc>
                <a:spcPct val="150000"/>
              </a:lnSpc>
              <a:spcBef>
                <a:spcPts val="775"/>
              </a:spcBef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Nerish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Shrestha </a:t>
            </a:r>
            <a:endParaRPr lang="x-none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846EDF5-3B58-271A-287D-7A453A1D778E}"/>
              </a:ext>
            </a:extLst>
          </p:cNvPr>
          <p:cNvSpPr txBox="1"/>
          <p:nvPr/>
        </p:nvSpPr>
        <p:spPr>
          <a:xfrm>
            <a:off x="8517835" y="16498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8373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0C6AA9-3CC1-96FB-AC3C-D9D8CF9D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6995"/>
            <a:ext cx="9860280" cy="1356500"/>
          </a:xfrm>
        </p:spPr>
        <p:txBody>
          <a:bodyPr/>
          <a:lstStyle/>
          <a:p>
            <a:pPr algn="ctr"/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1E01B9-6C5E-50C8-31C6-FA8EC21E7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860" y="2349313"/>
            <a:ext cx="9860280" cy="377169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KUConnect?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82C51484-F770-0A82-07C6-9D1493C86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455" y="1447144"/>
            <a:ext cx="5513129" cy="472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41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F6E6A9-DFEA-E404-89B9-3E9FE008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426"/>
            <a:ext cx="9860280" cy="1885890"/>
          </a:xfrm>
        </p:spPr>
        <p:txBody>
          <a:bodyPr/>
          <a:lstStyle/>
          <a:p>
            <a:pPr algn="ctr"/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DE1BE2-A8C1-60D4-DEBE-FE011F54B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67" y="2061601"/>
            <a:ext cx="10776045" cy="427597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KU News &amp;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Announcements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Posts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Features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62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247B46-1401-1F0D-5FF8-9A653DF0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078" y="-229900"/>
            <a:ext cx="9860280" cy="1645259"/>
          </a:xfrm>
        </p:spPr>
        <p:txBody>
          <a:bodyPr/>
          <a:lstStyle/>
          <a:p>
            <a:pPr algn="ctr"/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AutoShape 2" descr="data:image/png;base64,iVBORw0KGgoAAAANSUhEUgAABLAAAALmCAYAAABSJm0fAAAAAXNSR0IArs4c6QAAIABJREFUeF7svQfUJcV1tluTYMhhyElDzjkMSQiBQCCiyCIjES3Zur7XaTlbv2X52v+91wGJLDACIaIIApFEBhEl4oBIHnJmyBnmrqdxfarZU91d3af7nD7f99ZasyRm+lRXP5V2vbVr17hZs2bNckoiIAIiIAIiIAIiIAIiIAIiIAIiIAIiIAIi0FEC4yRgdbRmVCwREAEREAEREAEREAEREAEREAEREAEREIGMgAQsNQQREAEREAEREAEREAEREAEREAEREAEREIFOE5CA1enqUeFEQAREQAREQAREQAREQAREQAREQAREQAQkYKkNiIAIiIAIiIAIiIAIiIAIiIAIiIAIiIAIdJqABKxOV48KJwIiIAIiIAIiIAIiIAIiIAIiIAIiIAIiIAFLbUAEREAEREAEREAEREAEREAEREAEREAERKDTBCRgdbp6VDgREAEREAEREAEREAEREAEREAEREAEREAEJWGoDIiACIiACIiACIiACIiACIiACIiACIiACnSYgAavT1aPCiYAIiIAIiIAIiIAIiIAIiIAIiIAIiIAISMBSGxABERABERABERABERABERABERABERABEeg0AQlYna4eFU4EREAEREAEREAEREAEREAEREAEREAEREACltqACIiACIiACIiACIiACIiACIiACIiACIhApwlIwOp09ahwIiACIiACIiACIiACIiACIiACIiACIiACErDUBkRABERABERABERABERABERABERABERABDpNQAJWp6tHhRMBERABERABERABERABERABERABERABEZCApTYgAiIgAiIgAiIgAiIgAiIgAiIgAiIgAiLQaQISsDpdPSqcCIiACIiACIiACIiACIiACIiACIiACIiABCy1AREQAREQAREQAREQAREQAREQAREQAREQgU4TkIDV6epR4URABERABERABERABERABERABERABERABCRgqQ2IgAiIgAiIgAiIgAiIgAiIgAiIgAiIgAh0moAErE5XjwonAiIgAiIgAiIgAiIgAiIgAiIgAiIgAiIgAUttQAREQAREQAREQAREQAREQAREQAREQAREoNMEJGB1unpUOBEQAREQAREQAREQAREQAREQAREQAREQAQlYagMiIAIiIAIiIAIiIAIiIAIiIAIiIAIiIAKdJiABq9PVo8KJgAiIgAiIgAiIgAiIgAiIgAiIgAiIgAhIwFIbEAEREAEREAEREAEREAEREAEREAEREAER6DQBCVidrh4VTgREQAREQAREQAREQAREQAREQAREQAREQAKW2oAIiIAIiIAIiIAIiIAIiIAIiIAIiIAIiECnCUjA6nT1qHAiIAIiIAIiIAIiIAIiIAIiIAIiIAIiIAISsNQGREAEREAEREAEREAEREAEREAEREAEREAEOk1AAlanq0eFEwEREAEREAEREAEREAEREAEREAEREAERkIClNiACIiACIiACIiACIiACIiACIiACIiACItBpAhKwOl09KpwIiIAIiIAIiIAIiIAIiIAIiIAIiIAIiIAELLUBERABERABERABERABERABERABERABERCBThOQgNXp6lHhREAEREAEREAEREAEREAEREAEREAEREAEJGCpDYiACIiACIiACIiACIiACIiACIiACIiACHSagASsTlePCicCIiACIiACIiACIiACIiACIiACIiACIiABS21ABERABERABERABERABERABERABERABESg0wQkYHW6elQ4ERABERABERABERABERABERABERABERCBzgtY//Vf/+UeeuihRmpq7bXXdocddlgjeSmTwRD44IMP3Mknn+yeffbZrACq08HUQ9Fbwz673HLLuaOPPtpNnjy5ewVViYaWwBtvvOGOP/5499Zbb2Xf8OUvf9ntvPPOQ/s9/Sp4Crdf/vKX7vrrr8+KtOCCC7rvfOc7buGFF+5XEfUeERCBISPw29/+1p1zzjlZqeeee273zW9+06244opD9hX9K67G2P6xrvOmlHmyTr76zewEwrVCXVvjsccec2eddZZ7//33RzJfdtlls7W+t1tsffayLgnHuiq2J2W4/fbb3QMPPOD4/x9//PHIeLnIIou4dddd122xxRZu/vnnVzNJJCABKxGUHusGAQlY3aiHolJIwOp+HQ17CWVg1qvBFG5aXNVjm/IrjOxrr73WrbTSStnmi5IIjAYCErB+X4spfVxjbLdbfco82e0vaL50s2bNck8++aT7zW9+43bbbbdGNqV7FbBSxCtIDFLA+uijj9yll17q7r77bvfZZ58VVsykSZPcF7/4Rbfddtu5ueaaq/lKHGU5SsAaZRU62j9HAlb3a1gCVvfraNhLKAOzXg2mcNPiqh7bol9huN55553uiiuucMxh3/jGN9yGG27Y/IuUowgMgIAELJctTlP7uMbYATTSCq9MmScrZDf0j7722mvuwgsvdE888YTDu6mpUxW9CFiU5cwzz5zN82r55Zd3RxxxxBxeTIMSsN577z13xhlnuBkzZlRqA1OnTnWHH364m3feeSv9bqw9PFQC1jzzzJMpk3UrddFFF3Urr7zyWKvjUfW9ErC6X50SsLpfR8NeQhmY9WowhZsWV/XYFv3qv//7v92Pf/xj9+GHH2aPScBqnrFyHBwBCVjOVenjGmMH11ZT3pwyT6bkM1qeacumrytgxcSrFVZYITu6HNMHBiFgffrpp+7cc891995770gzwMNq8803d1tvvXV2vBGvtldeecX96le/cvfff/9sHlrrrbeeO+CAA9zEiRNHSzNq/DuGSsCqe0a2cWrKcGAEJGANDH3yi9ua7JILoAdFQARqE9Diqja63B9WWdw2/3blKALtEpCAVU3Aarc2lHuvBCRgzU6wLZu+joAVE6/KPJYGIWD97ne/yzzEfKwrHHAOPfTQXCcaexxywoQJ7qCDDnLrrLNOr8151P5eAtaordrR+WESsLpfr21Ndt3/cpVQBIafgASs5utQAlbzTJVjdwhIwJKA1Z3W2HtJJGB1U8AiBheiEEfzfCoTr3iu3wIW3lesgx555JGsmOPHj3df//rX3bRp0wob5x133OF+/vOfj3hirbHGGlkwesQspTkJSMBSqxgqAhKwul9dErC6X0cqoQjkEZCA1XzbkIDVPFPl2B0CErAkYHWnNfZeEglY3ROwnnrqKfeTn/xk5OZpSrjaaqu5Aw88sDSsUL8FrJkzZ7of/ehH7s0338xALrXUUu7YY48tLadd33LM8Nvf/rZbaKGFem/UozAHCVijsFJH8ydJwOp+7UrA6n4dqYQiIAGrf21AAlb/WOtN/ScgAUsCVv9bXXtvlIDVLQGrF/GKL+m3gMXxQdZBn3zySQbyS1/6kttll12SGiweWL/+9a+zZxU2qRjZmBawrBhCYNX1118/u+6SoGo0elz/FllkEbfVVlu5TTfdNHq15TvvvONuvfXWLAgbv/FnXueee2635JJLuo022ij7M3ny5MLaCI2A5ZZbbuSmB/K85ppr3MMPP+zefffdLPAbea+44opZx+BK7nHjxo3kzbWdd911V1am119/PXNHxAVx8cUXz67o3HjjjbPvqpts58Q1costtsjNjjL88Ic/dG+//Xb2TPhtKYsoGKJezzfffNkNTieffLJ79tlns59yFTkulnzj448/7q677jr33HPPjQTL5dzxF77whSinsu/nXVwZe/vttzsUdR+AF/a0CYLx1a1X6pEbqXAxpb1QTi4Y2GGHHdzSSy89R9Goc77rxhtvzIKF0ub4Zupx/vnnH2kL3BAStoWyb6zy7yEPbiWh3LyfyxFoU/QR2ngdAaupPpTyPbYNUf7jjjsuaZfDugbTto466qjouODb5C233OKefvrp7LYU6hFmTEzUN8zK6qyuMVWnHor4hZ45vt/5q5UZn5555pmsTdD++L611lrLbbPNNm7KlCmVx72y/pHCJHyGPkuAT8bMcHykX1OnfnxkHKMth1cYF30j8Ql23HHHrP+mJAwa+vw999yT8fL9mN9SBvoyLvFbbrll9r9FfTlWH4yLl112WdbeaH+MmWuuuWY2rrCbl8KtyAPLCjHcpEeg0ZQx5+WXX3YnnXTSyDzw1a9+1W2//fYp2HKfCcdFYmOE8yP9iu/282PYH7785S+7nXfeufDdvY65dpzJe1nKfJgyT/o+ybMvvPBCNheGTAggS1+MtfGySqDdPvDAA+62225z1CNjGYk8aVcEnGUso/3GEgY5hjmJoLTM2auvvnruazkqQtB7+iqJfnbIIYfktjPqit35Bx98MHt+1VVXzfq7PXpB+2c+x1bzfZ/nGR8Ys9Zdd93Mzisbs8p45f07bYJ333fffdl87ucEzxJ+eBUQ5Be7pyif0A7ylwLQ58kf2+/FF1/s2Q4K5zAWkb7eGVcoJ/13iSWWcE0LWEW28PXXX5/Zwm+99daIbYs9hu3OfJM6FsO21zm6bh+v6uVK+6Y+6X/Y3/7be7H/sOFuuummjCW2OfMg4zj8CIhNG1xllVWS1wqwJC+OQYVthTISWJtxbrPNNnMci2orMDXfxPrtoYcems1mp675LjxZNtlkk6yPF7WTvHmS9o8NzvxNHfi1GB42zNmMH1W+LW+OoR7oY9iXjNcp9VDH3ivqt+G/FY13vVxIkhIDi3GS56gTn7AtsTvK1tT++X4LWLT/K6+8MgvQTpvZb7/9svEpJV1++eVZGyNJwComJgErEEP23XffbOBF/GFgCROD3ZFHHum4ptMnJq+LL744u2WAwbso0dG+9rWvZQN4nnhkJ23ex4TFhO1FMfsO8mKi2WmnnbKBE8PvZz/72Wyd3f6Gyenggw/ODM86iYH7hBNOcEwWKcYlkwnGpWfEZMainwVGLFmjAJGIwYoUE7B23XVXd84552SLtrzEhIDBtf/+++ca2f63lBPjv4i7f7ZOvbJwO//882dzhfX5xRaEDIJnnXVWtigpSnwjosjee+/dqAFOX6CNswCBf16iXhmo6T/UOalscdZ0H0ptzwjUV111VfY4fYhgiRgfZYnFG22fhTKJPr3tttvO8TMMOXiFk24s75Q6SxEdYnnXMWiKvt8KJhgutGMWTHa89PnAFoNx9913j4p8PGfHvZT+gWv28ccfP9KHYoJETMCinFXGRwQmbpJ59NFHc7/Rt3uMqrzEe7liHeOkqA+Fv0fIZpxm4yGWbH1gIHHVtRfaw994sSilLRUtrhAUTjnllGyeJFURf0MRo2wOKOuH/DuG4XnnneemT5+eWzfhuA8bPy6VCVhNjLl1F7cp3+6fifXJSy+9NFvEFdkkzP3MqYh7RSl17CcPxCw2yLgpOhSA+TcWIbQbH7ukjP8NN9yQbfD4hKDEJgMGfSzZIxt2XEaAu+SSS7K5qcxWY8yiL2MPVhFDijjy/muvvdbdfPPNubZc+PsyeyW2+cpcW2YnlOUbliGlD3j7E7GNuYAUbhZUacvhs3VsYX6PPcaG6gYbbFAqqjcxR9ft41UELOxsxi7E6Lx5lm9PrduUOc3XBfWKzUzbKkrMB2effXapvUMeiLR77bVXtvmcsvGR0oaY15gLyhj5vBirGIMYq2Lrsdg8iShO/wrjL9mypY6r/A57/qc//al76aWXSj8xpR7q2HtdF7CaEK+A228Bq7RCcx6w9hVr5KOPPrqxeahuubr6OwlYgYCFMccOc2ySsMHU8Co6/fTTkwYfX/kM1iwyWOTHVPpwMKHhIjSxW1g0afmJa4899sh27Ahw53fJihodu5/sglbZLQjzYxGIdxKpzLgMXSJ9HjBgYRtLobHL5MLOK5MdyRoM7HywYMOATUnUMTuz1sD2v2UAKVuU2/dQr+zo7LnnnqX1yk4h9RkTNphUjzjiiGy3xSe8ysomTVsejHyYsXvTa6KsV199dSbmlRn+vAuDH7b+7HeRgNVGH0r9XrugKtvh9/mGC6sFFljAHXPMMdkOtE/wQvxkscKOZmpiQc8NJbEFZYroEHtPHYOmqLyh0c14SD0jXqWkokCb4biX2j9SmFgBC6GRHefU8ZEFLONpkTDuvx2jnLYQ85qgTSCW0ofKxnLLcrHFFsvyjcVACOuDNohhzeLEprCdpnArW1yFfYCxjwUOmwxFiQ2YU089NZtfSb0GJ+U7mX/xYktJzKV+g4fniwSUpsbcuovblO/xz/TSJxlz2CTLW5wy3jP2U98pY78vUywuia1/PCF5N3OeTYybeF9xK5NPjDXM23mCW7hJZsVRxCPsldSxyr+z6Fr2KnVU9/28I89esW0LT0NEy6bsoFiw5LxvZgxAZGdzh9S0gFXFFub9Zbd3NTlH1+3jZWOsZ12lHvxv6M+HH354VOxFLMEuePXVV5ObMPXJpiiiYCzFboUry5w6QsTCbu41IbQyt6S2ff8+2i1euLENSDtP0g8RnFJsB8Y0RNS89Q3vZ0M4b7Mpj0dZvnXsvS4LWLRV5oGwXtlkxt7IW7/lsRsWAYsNlosuumhk7YBzCpu/SnECErACAcsjwouFAcgvChBq+P8YZiQWCnSscGHDzg/H+Ri0WGxg8DGwsmBisPIeVAyaGM/siNvdh3AwQbhhouUPiyK8jBhEGcQQB9jJxw3dL4gQLTD88AxhF4BjLSzKKRflxQjFrdyXIyaWVOkkMMEzgfcXHQnIm+BDryr73nCn3u7w5+UHLxZFuLRj8PDfcMIVk/y8mABz6pbjfzHDmW+ivnzy9Up54crvcbemrhApvDdFar36fDEKmDy9Rx6CCp4EtA0/OM+YMSNbpPlJk3fQBtg1QhCgDjGOn3/+eYdBhLHj2wNCAAuEPO+N1LrmSAY7a54fXDkugsHM4pr3MdFwhIzy24VOnoDVVh9K/S57FJA++wd/8AfZ0dC8ZHdHYqKXnYB8ndEuqTP6Cm0GVghd3ujnnXl1liI6xMpcx6Ap4hca3eH45McbxHnaJP0DT4NwvCFfjuYhXBeNe6n9I4VJ+Azv5A/tkz79la98xeHtiLjDmIh3FC7f3nvJH41iDOf/M15gTPCttB127zmqFwrRecYGYyWiuO9DsTGFfsyigjbBQjvsR3lH7cL68NyYBxDS8SAhD8YExhaMdL4/hVvZ4soeBUwRfxGaWGQwlqWKXnltMSYI+Dpl/kXAoE6ZHxFgYpsFeQJWW2NuWzGw8vqktRn88W/aeOgBWHQEFNGV9ujnFPoB8xV9gXmFMYC8mCMsZ+YIPLzCDbKwrByPwaMqFP99fVtvKv/3ed6u/Hu4SWaPdds5zLPhOX8EJW9Oz7MVUucZnrMcGUOYw9mUY/wh0V6Zx6mfcB7P8w62dhDP+ZACsGe+oY58n6cM4UmBIq9j7CaO+oYiB8x22223zP6gTuHF5irjvPUobVrAis013raFG0ey7VhcdLS/jTmaOqzSx8vGWPKLCTP0F9oO4zttN+/7EZtY6IdHaNkw5Ngp/+sT9cpaAe8i8vPrFjzUw3mIjUk22FgbhQmbiLUQbZbk50qO02HPUHd5NmpqYOuivkbbY17xa7GYjczvsTexuew4ledBbOdJXwZr/zKn8+20v9CTqmhDKyb4+XpgDQND6pV8fWgGPwbn1QPlq2PvpR79rZN3yhiZd4Qw1vYZL/H6rypeUY5hELBsu2Ce4KRSr2u4lHoY1meGSsCqCznPWI2JIewM4gVTdLbWLhwQTPBmyjuSZ3d0GaCYDGwMiNiZ45ghCAcmBdxPfcwHz4YjjpQ/FovCXtFZ5sZfxNsamXl5WU8Xn2eea6TdfbWLo1idle0Q2e/OW3BZQ5dJnQEzL66H9QLIM9xsvWJUkC91m5esYUDeGNMsOGJu1/6IEkda/UKZ3Qpu6Kh7BatlTT4sjlnE2DLE3s+35QlYbfWhKmNEKMIWCZs+z9BAjS0AcPXH8PcLZngRuJHYMLE6i3n7xTwjU0SH2Hc3bXTEBJOi8ca6fzfZP1KYxIzQImHXjhMwxWDkGB9jgU0YWRyL8vUda+tW9CwyQH3+doGV561i6wPhhrG/yPMyhVvZ4srGG4p5IlpWYZ5Vjh3G2jWxmBDVvchXNP+ycGGe5AhomGLzVZtjbpXFbZUxzLYBxhnGG8SemHc1IgkLPu+plyfcE0uN5/xxGRZY2Cx5xjTs2PyhbkiMj/vss89sXgghgyIR04Yc8DyI5YZniR1L2bQ78cQTRxaQYd3atkpbYVFAX4kl26eLPMVS6gkxiCPnXjQo21iKeWvGNvtidhBjCxsE3ls9LB/5sqHAQtsvhvPsINumirweYl4STQtY/juK4t4Q1oKx2IsIeWVoa46mjFX6eMoYi9cgtiOJNo+9iFdwbAFvNwTtBjV1zhE7YjeRsE0QwhA680Ka4AGJ97/fQI3Nb9YmwkadNm1atGtQBr6bzXQ/RoSnK1L6k33GzgV56yX/O8vJnvDwz8Vsh6L+xXqMI8/0Md+/Yva37bdl43XMC5axGK9suy6pY+91UcDy3rrWo67IG72s7XRdwGLOo3/6vtakh2IZm2H+dwlYgQdWSiwca5CkqqRWHIkdobBCR5mhbw29MsOBshNM3S+4wqCvVRuxFZryDD3c2umYJCZADA3+5MVACYWxmJEbM9zKhDgmLQxcgmCSYuKZXWimDpbW4I3taNt6Ldod9PUQTsxFrs7WSA0NhFjctir1bNsXu2ocVc2LW2ANFF/nnOEOBeE2+1CV77PlKDvWRGwZArKTYsdmw7haPIPXC152RXEeYjuY9hhpiugQ++46Bk0RP7uwKVuMkZcd95rqHylM7DNl47uN7Uf5y8YWYvv5RXss4CabF3hRes/XFJdwOxalisApAdVTuJUtruBix6ciTxU7/hZ535b1X3sUrWin2+cV8yiJ1WubY26VxW0Zg/DfbZ9MmVtCb6XY0TwfJ84vnsuOGoaLQ0QEhGuSLYsVmvLaQRjEFo8PxDQ8I/NCFYRsrQ1k7YWU/gcfvJX85SiIgXmCV1ld4aVEfjBN2SQhPzsvxey0mB1UdimC5R+zg+wYmLdYDr8bz4Ezzjhjtktu/IUZZXzy/r2qLUw+oec+/x0LU9HWHM37qvTxsjHWerlynBWP+qKNdft+gn8zLpNCD1j+O88b2tZHuKkTmz/DeqK/4MWO7ZyX+C7GCIQZvMnw5kwNbm3ztF70KRspdu7iv2NByO08Sd/F9sUGzkvWloutcazghojMJnNRKBcrPuaNI3Xsva4JWHjt4q2edxy0TKDMq5uuCljULRuWxGf0NmLZxnfdMXU0/k4CViBgIUZ9+9vfLryNLPTaoEGUGQ2+0djBNja42Uk7nIBijc96N5UZr7EA6HiO1U1hLJS8IwFhrCyOnbGg83FQYrcXhqJJbEKy31B0FCH8rrAcsYWmZZlar7yjLB6YrVeOL+G2XZTCPMuEzDAf+x1Fxy7K6j0sQypna3jFFt9t9qGyb7L/nvqNdhFuF0K2XVapMyty2IVdiugQ++46Bk0RP7tY5mw+HIqSFWNii9A6/SOFiX0mvM00VmYrjqQIwGULETx/OGaDZwBzAB4k4UUgeezCustbuIfvxqjFEC5bDKRwK/smymwXunm3vvFs2L57Pbpux7cUQYIyhEIC/x0TsNocc6ssbquMYbZPlt0ITN62v9kFnK3bFGHUlzm0CWI2Tsg41h/DPsiCGY9fwgDgOZMXqiB8pz2WZMflMg+sKuxTnuVoMryZFxlP8P6KxbML87Jljm0O1rWDym79sptWKe3J2rZlG6kp3KrawuRp+5jt423O0bH3F93OVjbGhmJc2caL50nf4Tgfcw19izGZTTR+H/aRlHnN52nHAmub2LAnRR5YKfVe5RnqkzAezLGUkw1Ijk0WbRjG6ilmI9t5MvW4oxWowrytN2iVerB2dWxMqGPvdUnAQrhhQyUMmUIbRnz1f0dbrtPGuihgea9YNmz8qRmJV1VGAOeGSsCiw+P2WnU3bJllloneeGcnNHY5MDCYgPNSuHtZ9Sal0BuJ/O0EZyftokDn/N52yrKdbfu9ZTfElTWlcDER85YKd/y8UcM5dH9FaKy8oYEbWxTV/YYqBkNZwFjLJazX2G/Dek1ZaNqd0ryjE7H6YaAnzoHfBa/y26pGdOz91jMv1sba7ENlbdb+uxWP8gQ/rq7GQMBVPGag29sJy/piWA5bZ5ZZiugQ++46Bk0Rv9QYNjaP0Hhuon/Exr6yWwj5TUpfSBGOwu8LmTSxcPN5ly00eS58Nzvz3/rWt0ovbkhpS2VjpS9j6JFYNBeG/b3XOSdc2BXFXrRt0PZP217aHnP7IWCltr+ysoRjHRzL7JCQNXFbWEQjXMd+GwokZeMoQg9xstidJuYcyY7PVnSObfqFNgV54CHCJpKPI1R1zmj7+RQbJ+WZWDnL+nb471Xs27BfprbDIo5lImvst2VjW5tzNOUp61d580ZsQzX07E2Jz1nE0tpkVW42Y5GNd53vf/a3dkOBBTjxtxDOfJy8tvtL1fzLhM5U+yL2XnvKJbQ57BxT5XiyrYdYm6lj73VJwAp5hkcrOfXAuBTGAeOUAjFlU1MXBSwbG7UsFE7qt46l54ZKwIp12l4qq6pHkp0Iynb0bdnKBs5wMEkRUcombPv+ukZPHmObn120h9/rWREkl8kZF2LLzw7wMTGhap35spcZbrGbEuu2rSJhMsW4s4ZW3XLwu7oLxqriaJ5xZt/fdh+qysq2p5gXoz1SE3vGLvpSdq7DshYJFlX7uc+3jkFTxC/sQ1XalWXTa/9INTAtNy7ZICZZUarKrCkBywdxJyAxu7jEKvK7cnnzXtmYVmeRx29S87XzWcxr1R6HquLZGit/OE7joYvHNN6OZcn2cytgtT3mVlncln1L3libah+VlcUexapSHvus5WxjZ9o5PvTO9RtYeDASX4ZkN7XCesuLZ2MD8/syskiCGZ4beJn5myp7+d66v0WII8QBAh9/CE3gY7w2qE1UAAAgAElEQVTFxtq27KCqAr7/3qJjnHWYpC6sw7zL5sk252jKUdavUvttnY31IsbWrq5TH/43doxhjrIXH/ln8bbFeYC+xTHYMs/DXspV9ls86KkfQhrQDsLbelM2v4q86cJ3c9SZI5I+qHzYd+0cU3bCxn5Tma1R1XYh/9R+Vifvsjrh38N8w3E5jOOIbcRz1JtPVW+I7ZqAZcMaFMVXS+E4Vp+RgBUcISyLCdWrAGQ7kR3AUgcT31jLJmzbqHstf6yThIOqFaRCzwsfMBQDljhc3GJjvQZCAyBv968fhluvg4EVL6rWqzWEeilPVZHVv8vurJXFAgrLaOOehTGwem2DZX2oDqswLkbMrdsuwmPCap0d4zyD1h7XrNrPfb5NGx1hXy8bK8NvqyLcpwi85J3CJOUZ216qMiszKm3+LFQxbp966qkstg/HPTCmi67n7qqAZY+HxoTd8EhFFY+OvH4c1k/KkX+fjxXO7XjW9phbZXFbZQxLFRuL+qNdnNljiVXKY5+1No49RmMFqdBbytdR6NVl6zwUvPKO2lIm5iTETx9nJPZNCGB4jVBmNuOK4g3VZcL8R1ug/9P3EapZXPvbT2P59kvAst5sVTYpCFLv7brUMbyIYVWbKWVOaHOO5v1V+nhRv7Ue2VXm2hjTWEDyuu03FkqC9ouXFkJxUcK24iZ3NpLw5Co76le1jIwtfCvjBWXhFk1EI8rnN4NieZYJWFXbc54IXGYHlX1v2H5j3sdVbRfel9rP6uRd9j38uxWw8oLa21jD/LYsJm/4/q4JWGFIg7rHIlP4jvZnJGANUMCyE1PqYOIbZdUFWq/iQawz5B2tsgsGL+pYIykUe8JJPS+e1zAIWFbgqFqvTS6mioz6osGtl8k2/F5rBPfaBm2b79W4g0GZWBcukvIChTZpHFuDqWo/9/XatNEhAWvOHpMqYBHDhxtCudnJe1akGhddFbAof7hJYdutFSvKLklI4dFLmw5/26aAFRtzqyxuUzj4Z7ouYMWOUoceXuHxqNBTJFyghXF4wr+37assVtcLL7yQ3cLHAresD3IUapNNNnG77bZbrWvbbR0iVhOcGC8rfxQmtZ77JWD1MjeHc1TVBX+MQ1Wbqd8CVuwbq/Txon7btI3TpICVtwnBZgYB39kM9DeXFrVvvGY5mrzSSiuldoPc5+jLxJq78sork95tM2pTwArn7l5sais28d9246HO3Jjaz+rknVKxYb5lNzLa25kZo7mVkzmmLLUpYKXENA7LZ9fGqfHVyr5xLP67BKw+CljhLhWNzQ6cqYNJlwQsG+TRizfh31tPq3Dy5qpZrtK1wlaex08/BKzUoxipA0bVeu11okstV9FzZaJO0W/bFLDK+lCdb7dBaMMFg/23vKvHexWwwpu3bPsbbQJWrwJvymIl9RnbXqoaaikCVor3B8ctED64dY0xEWGI44SkLgtYNrhsOG6H/xaLkVinr6bEBovla2OIlAlYVTxOU76jyuI2JT//TNsCVhNihP2ecG4Jj/2Ffx96Wlmhyi8YQhujSvvChrj//vvdfffdl3lqFHll1b31yn8zZb/66qvd9ddfXyiawRlv6VVWWSU7JvmLX/xiJI5lvwSsXjywxoKAVTRHU99V+nhRv7VH/nrdpGtaECsan2jviLR4mDB/8e48wRaPrEMPPTSb8+qmFO8vxgY8x7g8ZfXVV8/+/wUXXDDi9dimgBXGDOvVrg9PNsTG5aq2ixXFisb6Onmn1GmV+ZyjhHjoMnb7lHITNs/adWPdjX3ysh7KqcdLfZmth2WVeLkpTMfSMxKwKghY1giuejyrbACrKnRUXdj2ssNW1ClCt38ftJCbQXzQa8sp9Nry/8akfcIJJzj+t2ggbUvACr+hiaMuIa+q9WrFo0EMcLZteaExZXDEYOd2GJI1vtvuQynliz0TelmFN6WFi/Ci24Bs8OI2Y2Cl1kXTRkc4cVcJQGpvthpUDKwUUaIqszIBiyvmzzzzzNmOCLI4Z5xkoUqMELz6aHNhSjHs6ogXKXNGlXytuBDuJoZu8lVu5Szqw23FwGp7zK2yuK0yhlWpK59vWVlCr7q8uFJVymiftUKJj00XembZo4Wxf+MCDm9j1A107Y8dEaSaeRpPqfC4Ud6V9anfb70GyI9jimyE4GVO/2dBjWeZTyl2Wlt2UN0juhyJPO2007KFYhOiZ1WbCXZlY1ubc3STAlbTMbDsJnOVuTu1nec954/M33vvvVlstzD2FL/pxfskJmjglYNXF0IV38lcO//88892XLFsHWbbUsrFS/77bQys8GIwu/naZgys1OP1qf2sql2U2m5S7JwwLxhySRX/6xN1fdhhh802hpbNOam3qse+I7xgocpFMj6vsnEqlZ2eG7JbCJv2jKljBPRyg5oNjtrrQq5qR0gxjOp0ilgcChYvXsSwAkwYyNUbO8SDgC0GZdGkVqfO+KYyQz802qvs5qbwSp0kfF7W4KgSiyKlPCnPFAWjLPt9KAY2fQthWR8qK1vev9s4V1tvvbXbfffdXfi+IsG6lxuO7I5r2S2EKTuybfT1sA9V2cEK+1bstryq/SNlsZL6jG0PVQ21IgHLeu8hBnCLLh4k/P+8lHLjUMqYFss/Zc4oGyttvmGcKy/+snjgNjqOTJKqGut5bOreQljmudn2mFsmGtUdt6rWFe8pK4sVnFOE36rlj4nhzBu0JZL10gzL7MUqgrtzQxWpieOp5MNRKMp22223jXiOpG4YWAZ4h5x44omZRwqJvrH33ntnQa2L4v+U3UpLXm3ZQeHmUxUhqux2yarto405oc05OqVfhQyK+q0d/1PFCPJnfOTCAzZhGYN33nnn7P+feuqpWb8n1RV7q9Zh7HniP5511lmZ2EhKvT03lpe9QRph+PDDD88E4qJkhcwyD6zYeJSXv72kIhw7ermF0B47K7uFMHWtXLYB57+zql2U2laqCljkSyD+s88+e2SjgbGUOuSCmKJxNVy7113j2TqsI4Sl2GCp/Mb6c/LAquCBRWMJxRr+O/VWJbuYiXn5VJ20q3aENha1MAgHbRTpgw8+2N16660jixfrjWIH4z333NMxGTEwkYoWO20ZbnYyTFH1UwePqvVq2wqGL67WlKmfKRzwY8HNY2WxQlBMwGqzD/XCJxTeEFGPOuqozGXZL8K9qBV7h22XVTxObNuzgq/NO7yaOe97rbHehAgaGjtF3mhhmWyg75g4XbV/kH/K2JfyjOVX1VArMgDtldqpdWDFlC4fIYSfLS/9ZPPNNx/xqA09Gnvpn/z2mWeeyRZjPuh9UZ8M32XHHLtoaXvMLRON6nJpQ8Cyx0IR7o855pjMk6GpFPJgEcD8dtFFF2WBzWO72jY+1v777+9uvPHGzGOKlOfximcdAjrB0mkz7NTj+VSUyjYUUhmEXkn8Ju/4uc3PegP26wgh5bA39aXYt/aW3irCVx7LNuaENudovqNKHy/rt9YL8qCDDsqOlhcl6w0bbrhdeumlI2Ivi/c99tgjC4LdS2LM5GgsXsbEl+P4K7Z/WWpqEzIUW6sIEiFbypoiYFmP0LxvDL2OrfemrZ9Um5p32TE55kUXtqmUG3rtOqzrRwg9czhecskl2SaDTynHUa0NUGeNF27W8e5+ejOW9aux+O8SsCoKWHaBzu4IC90y1d+qxrEg5VUn7aoLtLYELDsQTps2LROkCFycdxwvnERgwa2E7JKXuWS2JWDZ3VJckffaay+36aablhoN5513XnYum0EU4QJjeumllx75XdV65YfhRMh/p14bi0GPKz+DPBPSxhtvXOrxkfeBVljBAD/wwAMLXXWZVJhcfNyDmPHdZh/qZRAPvxd21CNGAeVNMcrD2wwpx7bbbpvtgBbtCiHw4KnCriApJgxZb7gUccyWJVU8KeJnz/7jqv/Nb36zMMgxRgPBi/2xnJjgUKd/pIx9Kc/Y721SwLLvTzWCbR/quoAFw3CBRFtj3CRoPeNAE23P15MVRFPmX8Z2rjZHGPAptmhpc8ytsritMoaVLYRjeZWVxYp5qTvcvIt5nYUlcyHC1K677prdPGZTKBKRP2MlQaCpqzzvThuqAIGI54t2wa0gk+JNZgWs1H5rv9FyTvFCjC3O+ilgWTsopX8hOp500kkjx8NS5sqyNt7WnNDWHM33lPWr8JvL+q0V6lPmWmw/xH0fRD3cCLO2XGrsIGwf6taH9qAv06fxnLJ2P20FoZv+W5TqetHaPEOGZesG/1uOMPI9tNmiucDO3SmbyHaeiV34YwWQFJuaMYE1xj333DNS5piwHAp6KRuMto0Ni4AFhNicvthii2XtDw/DWLLrjirzGvnRdlhbhXZEisBfNtbp3+sTkIBVUcACtV3IEaiPnT0G8Fhi8sBt1k8siCPsqDB4hanqpF11gdaWgMU3hJMSxitn3zmjHgYxDL/VGpb+38qOJrUlYPF+u4DhO9hRwoCNJSaW6667Ljsq6RfoMWOzar36ATo8fsDfsQPHzvNcc80VLQ8C4Omnnz4yOTOJ7bPPPtltSnUS9ceCnroiMeATr2SnnXaKHoHiGAETrfeO4Dd5i9e2+lCd7/S/sW0Lo5Egv9xyk3crZvg+BFuMI+8eTz/fZZdd3FZbbRUVsViMI+4gfnrBL89QDRdvZRNvlXqowsvWWdmtMXbcS7nBMXXxkzL2pTxjv79JAct6JiHmH3HEEbkeILQBxCuOgISBpYdBwAoXb3wnCyRv6DVt5NnNIILzwjXmIUQfO/fcc0eOpvn6jgkZdvHe5JhrF7fcwFV3XA7bbNlCONa/UxbadsHLWIan9GabbZYryBPn5sILLxwJjly2oLXxzNjEIuV5mFrPDf9tRbvgtk5T5nSENMRXf1Nh3fZrPamwbVhg5dmJzLfcpMaxyPCWxH4KWDC1AnpR/2KMZcwMF3WpY3jR3FPHZkoZ79uco6v08bJ+iz3505/+dGTcKptraedshHFEj2TrwIrSPFNUr94GpQzEs80bN63NXGajWhEgZTMur51YTyoEO8bVvOP5tA/WYZ5R0VwQu7mROY0NOzzbbMJ2xEabPn16Liv+wdqYZfXKOIAwxbf6MSFPqLFHv4s2vav229AuylvTVbEl/bN1jhD638bii5ZdumFtWNrKBhtskHkkMjfEEnYZYh9rGzzhfCoTzOrw0G+qEZCAVUPAspMFyNmRYHGPUYoCzGDzyiuvuJtuuslh2IULkrxOVnXSTpmww+bQpoBljTX/3rwA5HZxV/a8//c2BaxYUEgGOOpr++23z7zs+G/KwO7vNddckw1sXnxoSpgsGqAxfnfcccdM/KTN0c44wkmwWAxPyuZTyq5d2XBhd1eZcDF82IXDsOabX3311YwFQoy9njxPwGqrD5V9T9m/2x1a/3xqUPZY0F7qgfYzderUzHuNOsLQQfwMJ8QiN2i7oPTtcocddnBMpLRB+iDl5/Yf6oFnfH004QVjJ3/PBoOO6+b5Tr6PnS7GPYxbP+4VHVuoOu7x3pSxL+UZ2x6aFLDs0RrehbcIC2KMJvoviYU7QaSJ6UN7sLc25R0HKFsExdp6CpM6+VrPKP/uOjEiyvpobJxG5CO2mOdKu0N4RxAI+5jPO88TJy/ofq9jrp0fGce9py5jqA00XMbA/3udukoRsGiDV111VXZEyLdH+jB9HK9Sgo/T1+HM8Tye8+MOZeNZnsOzKi/ZBZd/zsa/8n+fZ2PkPe9/ZwUZvCkQ4jjm6ud02hTzGGNyOI+xwD766KMzz+qqKdYnGKspL8dXKIcPIs+NiJTTb36E74otGNu2g8KNK8pi+xfzN7eisXkX2hw822UBi/K1NUdX6eMp/Zb1Ax5V2HfhXIvtRT+k/cAeQR+RI2w7HA9kUR56f8fyYw5i3CQuG/MM7RHbHE8hRBP+v0+xBXvMowl7gPGSjV8/x9FesHnCclI2YkIyH9ZJ1oOI/BC/yY8yYP/Qr4lBR0gTvok+aZO/RCL8+3CeJF/+YEtZXn6eYdOJ8cOnIvEoNsd4ZsTyo17JF6/82Boj72RIbAMmZpuxEeDXCjCizv2JDQQ6NgRsshuoeFjDjbIyx9tLaFLrsxcBKzZH8T3Mq5wCiqXYuoPnmIOZ02iz3oOQjXg2sPljLx9IObKYx8DOv03Y5qm8R9tzErBqCFg0AuvtktIwGAQJwMwugR/Yw99VXcilLEbC/NsUsGzevLfoXLo9D87zKW6vbRpulCHlWt5YXRd521St1zB/jER2qouu+o6Vp8wrMKW9+meIAcXOVehZlfd7f8uSXzQWDc5t9KEq3xV7NrZIyvMciv0+5pWXUia8VhgX1lprrejjsUV7Ub4YmxilGECkJiZJG++JSTy24LLlKvPcq9M/Usa+lGdsWZsUsMjbCsApbYG5gaMaGNxFhmXKIsi+L4VJnXx5j90R5++aCq5tvyPPEM3jiwclCzjvBV10lKyNMdceSwvLWeZ1XNRm6tRVioDFOxlz2HVGXLGialGZyrwK/G9twGP+vsoNxDyfEkem6tjpy0dZCLqOKFo3IaJyC2mV+Rtxk4Wn93yOeWC2bQexYMObG5EgJVFm7AOOu3ddwGprjq7Sx1P7LSIG7cePWyl1gQ1xwAEHRNcYdfLjndQvp0ywK22KCTIp5WSOIyQFtk+dFDtuW5YPYxNzAXXFfECKXYoTzpO05/XXXz87whfeUJr3LmwvPIKLwspYb9WycvPviESI34iTeWEprDhblC/5MQ+y0YhQWdRv87xfyb9sA6GoDL0IWOTLOIjIG3rVMSfAnw3jWMrzxEupAz/nYKvTbuokCVh1qMV/IwGrpoDlOw+u5gxG1vPE4mZRQkdn5y/PxbXqQi5lMRKWo00Bi/dYD428+Fe+THbBk3I7StuGG2Vjl4adWDwiUgxPv5vO7k8sVa1XmwexDTgGE57bzxsCvEssxz1iImndoYMgnbiTF5WBdxPjCOObo3GkMuGE+myyD9X9Pv+7mKs9QhAGYVEsK/tePGoQHssEHvJceeWVs4VSWewIWJEn403RgpLdP46+MlGec845SfWQws0a3dz4w9/5IPexPGiDHKMsOnpUp3+kjH0pz9gyNy1gkT/emtyaU9YW6D8sPuBFXRO3yS9cYh6AqYug8BtTmNTJl3fYQLMpGxIp7S7vGRbZjIscccnrD/QvBAgMdQxd71FQFgupjTE3b3FRNk8WMapTV6kCFu/FrrnzzjuzY63W06Zuf/e/i21ilYl5oSdAyvzi3+WP5+GJkboIZcxnLO01IQBytLKMHwtK5hr6P0ID17XDPxbfpx92UOrcDCO8gtjkKlsIp7Jsa04I39/GHJ3ax6v0W4QW2GKDFSXGW8IV4IGUF2aC33OMkvaI8FQmTHv7hAV73tFX8mTjjzku9ELKKyubvZQTL62icqa0Ffo1MVfhXrYGQwjmnZySQZgnPicpdru0FbAQRPg77C9E2liCFaIcYT5SLrxIsan9eygj+WJPFyXqk/H6F7/4RW45+b3fMMXr6Pjjjy/tt0UbRnmnbFLqr1cBi3fY2G/8XVnMYL/G47h2zCsvr35TbfWib5eAldIy0p6RgNWDgOURMyEwgLJjziDnRQ+U4CWWWCJTzDkbjiFSlKpO2imLkfB9bQtYNq5VmXhhO3LKLT39MNw8MxZITHLsyLNb7CcuDAUmKI7SEZiV21fyREnyqlqvsTbC5Awvdkv4X8rmJ2x2TjifTxujPCmTZ9rwMPtTvI/jFSwCcMuGB5M2LsQM7LiDE7w+/N6yNtB0H6rzXfY34W0lvSzCMa44VoNBwQ4RO9QYGBhweHUheG6zzTalwpUtH4YPAisGKDuJ3kuH3VHqwLfHOvVQxC9mdGMU0iYQoxE3WRyyEGMhyhEdjJsyIbVO/0gZ+1Kesd/bhoDFOzCS2MFlJ5P5ws8RsGJhQN+Fl18k2HEuFoOtyiLIf2cKkzr5kr8VJHqJb5Laj/3RWW6ks/2BoxAcj2Gc5lirN9TJu0zA4pmmx1zK6o81+r7Ce1IDEMeY1KmrKgKWfyftkX6OnYNQ6b1xGf+xcxh7WBim2Dnhd9id/TIboOw2ybJ2w7zJO7HVepnTy95j/x1eHKtGzOK9XkTzczfsOJbj47BY7zS7idJPOyhvvuFGWYQIQiwgXKUshFO5tTUn2Pc3PUen9vGq/TYc50L7D/uEORhbgjGtSGQKv538sOE4SsaYxDF23yb9nIQYw4Zk2caaz5fxklAH9C889/ppo8baqB+bEDM4UgYjb6eX2XhWwPJH6/h7vNo5DontRaLPevuXcbDKRmfeHOPXGMxhHNWrmm9svMHuZJ3AepTxBrss7ztj/ZQ82cjgyKr/dp6re8kFv21CwCIfe0ycv4sdo83r/9hmCGG02XCDg7rFsQJvK5il9oWicU4CVuosUP5c5wWs8k/QEyIgAiLQHIEwMClG+rHHHlvbzb25Ug0+p6pG9+BLrBL0k4D1XozdONnP8oTvskeDU2PaDaq8eq8IiIAIiIAIiIAIiECcgAQstQwREAER+B8CXV6ED7qSJGANuga6/f7wCCG7+By7wBuwycSOMbez4kHArjQeIOx+l6UwYHgvHk9l79G/i4AIiIAIiIAIiIAItEtAAla7fJW7CIjAEBEI3XtTAgQP0af1XFQJWD0jHNUZhO0jduSxiY+3t9emxKezV9KnxFpsoqzKQwREQAREQAREQAREoHkCErCaZ6ocRUAEhpCADVTZ1g1qQ4gmK7IErGGtufbLHd5ERQwQjugR06vpZD0ky66zxlOLmH2XX375SGyLFNGr6XIrPxEQAREQAREQAREQgWYISMBqhqNyEQERGDICBNQloDYB1Tn+ROBYf0tZW0eghgzRbMWVgDXMtddc2QlAT9B0Lm8g2Cy3UHKjlw9M33bcOILIcuNVGHQYsYyYWwQxRkCjLM8//7y78sorsxvd/G1b3L505JFHlt7m1Bwt5SQCIiACIiACIiACItAkAQlYTdJUXiIgAkNDgJvzuFUlljbeeGPH1dFVbpQZmg+vWVAJWDXBjbKfIQ6deuqp2W2oNnHT0UEHHeS4Ta6txM1hXIOOAF12DXxYBm5823vvvd0GG2zQVtGUrwiIgAiIgAiIgAiIQMsEJGC1DFjZi4AIdJNAeFV3WMKpU6e6ww8/XDcPmmqTgNXNdjyIUoXXX/v3443FVe477rhj68Iv149fd9117vrrrx/x/CrisOSSS7r9999fnleDaCx6pwiIgAiIgAiIgAg0SEACVoMwlZUIiMDwEHjppZeyo0gcH8STY8EFF3TTpk1z22yzjZtrrrmG50P6VFIJWH0CPQSvueOOO7Ljee+++67D6wqBaKeddnKrr7566+JViOf99993d911l7v77rvdzJkz3Ycffpj9M2La/PPP71ZcccUsFhf/y98piYAIiIAIiIAIiIAIDDcBCVjDXX8qvQiIgAiIgAiIgAiIgAiIgAiIgAiIgAiMegISsEZ9FesDRUAEREAEREAEREAEREAEREAEREAERGC4CUjAGu76U+lFQAREQAREQAREQAREQAREQAREQAREYNQTGEoB65VXXsluQSLmxZZbbun22GOP2eJucDvSj3/845F4GL3UIjcXffOb38xiaCiJQJcJvPHGG+744493b731VlZMAirvvPPOXS5yctliQaOTf2weXHvttd1hhx1W9+f6XQUCH3zwgTv55JPds88+W+FXxY8ut9xy7uijj3aTJ09uLE9lVEwgjH/GkyuttFI2L9aJFRfm1fX5VXHfutczXnvtNffAAw+4Bx980GELEgfNp3nmmcctvvjibr311nMbbbRRFgctJQ2ynsPLRAbZH/IuNUnhl/fMN77xDbfhhhv2koV+KwIDI/Dmm2+6k046yb366qvZmHLAAQe4iRMnDqw8erEIiMDvCQydgMUV2ixmf/e737mFF17YHXPMMW7KlCmz1akELDXxsUhAAlZarUvASuPUxFMSsJqgOPg8rIA1bty4TBzfdtttKxeuKwIWwse1116biXGMCbE0SGGjMthR/AMu2XjyySfdpZde6l588cXs0o2yRND+tdZay+2+++6ZrViUBlnPErDKanL0/nvKGDR6v95l/Zh+/Zvf/MbttttundyUuu2229wll1ySOUl8/etfzy76URIBERg8gaETsPxgAro8A1oC1uAblkrQfwISsNKYS8BK49TEUxKwmqA4+DysgEWJ5p13XnfkkUc6POKqpEELWJ999pm788473RVXXOFon0VeIoMUNqowHc3Pssg/77zz3PTp05OEK8uCdrrffvtlYlZeGmQ9S8Aaza03/m1VxqDRSgdPygsvvNA98cQTbtlll+2sV/VHH32UnehBaEMIP+qoozIvTyUREIHBEhgqAYtr73HnfOedd7Jru/G+irmIWwFrzTXXdOuss04t0lwRvtpqqyW7otd6iX4kAg0QGCsCFsdEtttuu2wBXSctuuiibuWVV67zU/2mIgErYPVad7yeMZ8xmbFZqT8EYgIWb1599dWz47hVjlUMWsCy9oEErP60oTpvef31193pp5/usP3CxNi/7rrrZu1vmWWWcXhbMdawGEYQ4sgyIoFPkyZNyrwnNtlkk2gxJGC5jNs555wzwqcXu9lnssoqq7hFFlmkTtWP6t9UGYNGK4gwLETXwwJw4ufMM890H3/8cbaWPPDAAyvNeaO1DvVdIjBIAkMjYH366afu3HPPdffee29mrOyzzz65xoidHEZTLKBBNha9u9sExoqAteCCC7rvfOc7pcdCul1bY6N0VsBS3Q1nvecJWByrIAYlsShT0zAJWKnfpOeaJ/Dee+9lng9PP/30SObEvfva177mNttss8wOzEvExjrrrLPcCy+8MPJIkcegBKw5BSzZzc23aZ+jBCyXhYJ56KGHMiRdF7DC0DVsnB100EG1nSLaa1XKWQTGFoGhEbAef/zxbCcOBXyppVtFTXcAACAASURBVJZyxx57bK4HhgSssdWI9bWfE5CApZbQNQISsLpWI/XKkydgkRsecXhD4xWdkiRgpVAa288QG4djg/fcc88ICDx5uDggtZ3FBLA8j0EJWBKw+tnjJGANl4BF2wi9sLouuPWzLetdIjAoAkMhYOF9hVr/yCOPZJxwBd9iiy1ymUnAGlRz0nsHSUAC1iDp690xAhKwRke7CBf4HBfEk47jXT5VOUooAWt0tIk2vyJcLNYRSX3ZwrAT/B1HCY844gjH0bYwScCSgNVme7Z5S8AaPgGLWFinnHKKe+qpp0pPAfWzLeldIjBWCQyFgBV6Xy2wwALZbu8SSywhAWustlp9d5SABCw1jK4RkIDVtRqpVx4rOu25557ummuuGRGxqhwllIBVrw7Gyq/shmUvN17CzHoPbrTRRu6AAw6QgGUalI2BpSOE7fU4CVjDJ2DRGm6//Xb385//PLtM4gtf+EIW0H2uueZqr6EoZxEQgVwCnRewGCh+9rOfZQEmSQTQO+SQQ7IrTfNSvz2wCCp/6623uvvvvz87xsUxR9Lcc8+dubtjMPGH+A1FKTQgvIvqu+++m92WhPcZ+RIEmQDUO+ywg1t66aV7btrcBHLTTTe5hx9+2L399tsO4xG2vGeFFVZwW2+9dbZbmRdvgl34k08+udJChjrFqLzhhhtGyr/eeutlRmUsGDDPc3U2kwdiZsjYl5VbQYiLsf766xdOKDHG1At5siCDA8x5J/W34oorui996UvZVethm2M35q677srqHQYEjOVsPOX44he/6DbeeONcZqHQxDs4FsF7uG3pxhtvzI5NvPXWW1kZ2DEmSC0xZghaWxQsua6A1WsbCBuhXSw0ZQSH8RL6EUepSSYhHwQdroymLc+cOdN9+OGHI2MFR2Q233zzpLHC50kbmTFjhuN2VgIY+7Yb9otNN93U0b/Kxp+eB5NIBv0QsDQGVR+DqtZ1THSi/Z5//vnZnEFKPUpYR8BifGXsv+WWW7KYSIyVtH3mJcYD5sStttoqu80qZhuk3oZpj4ZU9czxcxX9ES8ixnHKTjnh4+eTvHLG6qXpsYjyMM/dcccdmTcBLEmUkThRMGAuXWONNQYSqPi5557LPB04Akji0o3jjjvOLbTQQlWbbfb8yy+/nMXSmjJliuMGWoKTc5tY2E5S6rlOzJ6UGwbzniF+FzbJY489ls0TlHe++ebL2jo2SZU2lAKubQHrzTffdCeccMKIrbjqqqtmtk/KZRz0I35LXyDRNrk8IvZb+iBtCFuKtQD2eZ0+mGenYftho/3617/OyoNdHtYNF8zEbPO6Y5Cvuy70217tF9vG8tpl0cUacKBesaFCm4e2gIMD/XubbbbJ+nvTibGEi8RYK+V5czb9TuUnAiIQJ9B5AQsj+Uc/+pFj8mOS2H///bMFXlHql4DFYH7xxRdngeXDG29iZUsJPmrFla9+9avZAoHJ26YNN9wwE3yKhLwiRkzqBMV/9NFHS6+mRoSDe9516Q8++KA7++yzkxcy9vmiGyUx4n7605/OcQtR3rfBmSOmG2ywQZSNZcw18Cw2rr/++hHh0eaNYY+Qt9NOO2UGPdfpIqpi4OQlxL+DDz44Gmg8ZhixCCTorDfaY/lidFPniGmxVFXAarIN+PIMu4DVBhPYMD5cd911he3MM0wZK3gW4YZFVRioOK89sktI+0UILQp+3PRE2Q8BizJrDJqz5orGoKr1HBOdyN9frOLzS7mhqaqAhdjCrnfReMv7mQtZ3O+9995zLF7qLh5ThA3/7eG18Cyi8xLl5BZN5tTYLcr+d22MRQhWzNVlLCkDZdtrr70y0aeunVG1nfE8wgD17VPMY6pOvkW/SannfglYhx9+eCZascGXZ1emtqEqnNoWsCgLdhMbOCTEOITJotMUvvwPPPBA1m69EEUQbTb0bIoF748xKBor/PMxO81vqBf1H+ZXbrvcfffdZ9tMrTsGUZ5B99um7JdeBSxuF2XOsbeS2jrOq4Mq/SH2LHY6Yjj9k9TrOqzX8uj3IjCWCXRewApdNlMnvH4IWHnXOxc1JiZNPIT222+/6M5mOLjjjcFkGZsoe1X+Gfwxxl599dXkto+nEAsDhCGbKOcll1ySCUE+5S1krLcEnl6HHnpotvCwid0Vrq71O8SphS26JSRkzA4mizDaWNGCg/f6IzKIballyosLYw2jbbfdNvOCS/nOouvAqwhYTbcBXzfDLGC1xYQdW4RoPDTL2pnnSHvDc4qjWjGvOwz1U089NfPiSk3kiUccwni/FqT9ErA0BsVbQZXYVEXtKE90su2QhQMbCNOmTcvNLlXAok4Rfa+99tqRzZGUto4XEXNKKPTXXTymCBuUiU0N5oWiDQhbdjaEECvwILOpjbGoznzKXIqIxVjUr/STn/zEIVj4hL2EINBmSqnnfghYbDQsv/zyWXtKmSsWW2yxLKYXnt+9pn4IWGE4EMrLjZLYP0XJnsLAswbhy/Yb8i7bBLTvIQ9OdHAczKZe7DTywguftuvn2rpj0KD7bZP2Sy8C1t13350J2/6ES0p7R3zHm6vJY34Iy5yKIfXqHZryDXpGBEQgTqDTAhYTF8YMu+skxAbOHCOmFKW2Bay8651x68bQwtWdHQuMe4QJPLT8oFu0iIwN7nzrzjvvPHJtNK7R06dPzxaidQZlKyDBEVFmxx13dLh04/3hy/6rX/0qW3T7XcAisQkmuP1TPlJsIcNVtOzAkScJFrhbs6C2yZaT/JiM+G5uoWRRT/vAO+2+++7LFjkYCD7lnU8PGZMnefAHBrvuumu26EEkwuPv8ssvz/L2hiTGDjswHNPCGwpmCHUw4/uZ2DhS6Os6T2gMDSMY8MfvLHLUi+OhGKa8ix2nCy+8cLYdp7zrwFMFrLbaAOyHVcBqiwl1aL1UaC+MFXgW+KMsuKTTNsN2nDdW2Bu6aMe0G/oS7Ya+kdeHU2IINjlZ9kvAoswag9LHoKp1XCQ6cZT6oosuGhGZaNPM03mL6lQBy+ZLf2B83n777d3UqVOzdk77Yj5E6OJ4h09sAOFdGytDlfgzKcJGTEzGq4T+uNZaa2XzA3MCYQAuu+yy2Tal2BDCEys8CtXGWMQiFM8BhBEScxPHlfHIhBVjCPPz888/n43hoYBSdutz1bZU9DxH5bAjOCZKgt23vvWtqMDQ5HtT6rkfAlb4TXz7V77ylcymZM5nfGMRb22dpkTqfghYdj5IiSMUnsKAD97weDeFiWP03FLuNwH9WEEfZKygvee177yxIs9O832HcjDWMR8jONO3EZu8vYi9zBiEIGlT6hg06H7bhv3iWVTpT1bEo37hiq3sbXZ/vPHKK68cWQsUrTHqjh+MjYyl1A3jJgIoaxMlERCB/hLotICFUHDiiSeOLN5TXcnt5FAHaVGcHbtIx5OH8/hMZrFkd4aYANkhxvAIkzUgMGrZPWBx2kSyC1/yZ4JnQZB3rAhXWXa1vGFQdH2snWSsYUDMDXZQvCBWZHghnl111VXZZ6d4jthFBAYfiyjqpogx/5YXfwuDh+OLXkD1+TBxsusZO/5hvzEWA8oKTeRLXeBtQ+wR6x1DOdjxQRzzxhHu8wceeOBsC58UAavtNtBEO43lERo7dd+RF4+rTSb2aBsiMX067+gQx4YwxJ955pnsM8MYaf67rUHPDjYid55XlW2TKbvedRnb36XuOqe+r+z6ao1BLottFI6zTcShKxKd7MYEdVl0lDBFwOI4HrFGvAcy4+Muu+ySxbmKtfOYl0De/JK6eOQ7yoQN6x1C2ZhP9t133+gGk938spscbY1F4TeXecnZGJX9XKTZWEf9iHeYUs88U2XB7cezqjGw/O+KbEr6BGUJNwv32Wefnr3UUr1jUsfqvDhGoW1XJPL494SnMGKbglbkYc7EC5TjXbGxgvZ95513ZuE/fPy+FHuK8mDjY+tbu5J/w64lT8rrU97YmzoGDbrftmG/eDap/Sm8/Y/fMh5h87CBHFu32LVA05t2bG7/8Ic/HJmb2IxkblISARHoL4FOC1g2mGfqwqtNAcsGoizbbfbVaSeCWBBKa0Ck7E5VaS4sijl25MUo6+Kcl1e4IGLCyIs/gGGA6EQ8KS+0+B1mjiuyIGGBTiraIcfIR7gkcDspdQc4NIxiC3/ysozLXIAfeuihzAvQi255+Xp2dnJjZwaDJ0xWaEoR6KyRFjP8UgSstttAlfZY5dk2Bay2mFjDC+8oblAtC0aMAYYXgl+82zgL4fiWcpyYjQDf92jvLLAJctqP1G8BS2OQy7xHQwM7NgZVrfsy0anKUcKyvChbOJbz32UiLc/EvBXYaOASkjClLh75TZmAFQb15Xm8xPG6KLowwb5/iy22yBbcpLbGonDeQzz/gz/4g8xbMy/xXYxBzHt4k+GtRfiDtpOdw/KOizVdjrJ65n2pC+6wbHUErJTLEPDMxpbzR1a5HIB2x3xQN/VLwLJ2fZHAbm+kjNnEYXwsbCk2c1KOJYYXCaXYU0W2r2dOvyHYPHMuiYDiHBO2QlrqGDTIftuW/eJZpfYne+w05rVq2zyeihdccMGI3c74yjjbRLJeolUuI2ji/cpDBETgcwKdFrA4voUHDIsSJgA8TlKMqDYFLAJQciTICzQcf8ODqSzZiTjmIWQNCNzH2WVoKoVnt1N2vvx77a5okSccC1YMK38EgJ1zdqPZ8fLHF/zf5QXjZwGGEEbgSgQvFtspjO3xwJhrr2UcLh5inK2xVSYq2gV7ioDFAgFhg52iohQaajxnBd0UAasfbaCp9hrm06aA1RYT23ZSxwq+Owx2axdxdnxLWdy3UScpefZbwKJMGoM+yG6GZZFL6oeAxXus51feJkWZgGXbTNkmQ9gO7WInNlelLh7Jt0zYCAOOpyxwyZPjhBxB4dgRR9dZANGH+X1bY5GdG8vilKX07TaesXNYmcdlU2Uoq2fek7rgDstUR8CKHZGz32k9//I8zqvw6ZeAZW3hog1KKwjF5tBwrqwyVpRtkNu2SF899thjs+DzecmOXXntN3UMGmS/bct+8exS+xPexIyzpNR1C2sW5kDEJtoXm3ZNxvELy57SLqr0Qz0rAiKQRqDTAlZozJV5voSfaycHdkE40lAlEV+K39k4U+FgWtVoYFfgvPPOGymGdbEOJ6sqgl3Kd9nbM3CBPvroo7MJoSxhLJ1xxhnZ1dukst/a3cEw1hS/J+7GHnvs0XggaWuAxVzY7TNlAWKtEVN2jDXFgLF5lolovn6skGh398oErH62gbI2VfXfQ4OBNsvRV/pflbTMMsvM4frfJpNwccs4wpXheTdI2u8Ixwr7W9sOGCs4LoXgzTfGgr5X4dTks7Y/1K07Xya8E7jBrezqdY1BvxewmhABykQn6id25Dp2PLssL7toLRtzw/aKdzELF3+8KvbtqYtH8i0TNsKA43hW4tmEcFcntTkW2cUo/QdPBoQz4oT182bSIjZ2DhtrRwir2LnhBi9My2yZsjZpbaM6dnP4Djwf8/pCuBFc5EUcrgFiR8FsmJE8j6fYt9uxosyeSt0ISBFmUsegQfbbtuwXXxcpnKy3UxNzWVk/SPl34uPeeOON2aO0y29/+9tZQHclERCB/hHotIAVGo9VxKK2grhbA7Oq8l5WrpTdurpNw070dfPhdylGJTcScjOhvUmHIxYs5KuKD7Hy+iDueHYRGJ7/DW/yKxOwUkSFMlHIlquOgJUXK8LmbdufnczLytrvNtBLG7O/DY2dlPaX+u42mYRid2p58p6zbQQPRQJX2/7FwpQFKYt+DG6OCfXrxsFY2fsZxN2+X2PQ5x5YTRj9ZaKTZ2+Pv8ZusSvL63e/+13m7YIgRqp6/KNsrEhdPPLuIgHLtu3US2by+nibY1EsGLMvBwICwjdHlRkzyo449zqWFf3eigpNjvVF7y0TKvltyoLbviPFpgufqfK9eKifdtppIwGre411148g7p6PDcUR8zqzR9hiYTes2N1L26xqT+W9K6WdpI5Bg+y3bdovqf3J2rTEKuNkxaBT2Rw26PLp/SIwFggMjYBVZWIvE4rqVmyKOFGUd5nnTYqxU7fsscDhdfPChZprjDn6lpdigX3xviAmCbfCVEn+RjVumqFuiafFTU3Ef/CxqWL5lQlYKbudZaKQfW9KG7HXMyPoEcMiJRUtzsrK2u82kPI9qc+ULUpT87HPtcmkiWOPvrx2EU//wpszvCUzxoDF6corr5zd3MSOeL89LQYpYGkM6r+ARRssO0pYZvyneNKmihGxuSp18cg7ioQNK7akemjklb3NsYh3Ml/iSc08WpSYp/FyJDgx3tb9FMDtJk3KHF137A9/1xUBq4rYXNU7vIxTPwUsyhIKJLHN4DAeXN7x3CbChXgutgxl9lQezyYFrEH22zbtF74rhRN2PvEcuaWZ1KtIW9YHUv+97umg1Pz1nAiIQDkBCVjljEaeSBEnirKzE6I1eIdFwErxhrO3KcGF3XgCwKce52QHDi+TW265JQvQWzVJwPpyFtDUpyYXSCltoGp9FT0/DAKWZdKkARi7wALx9t5773VXX311JuiWJcrH0V2ODvVrUTpIAUtj0GAErNhRwjDwbj8FrJgA0pSAVTafl/VH++/9GJ+ZRxEYCZLvA4AXlZNjMRxNSz36XPWbY89bz49ej8allGk0CFi9Cqj9FrDCeHWxmy7DOsmLbdWkgGVjTXZFwKL9DqLftm2/pAhYbTkjpIwJRc+0uVbrtWz6vQiMFQISsCrUdK8CVtluQpuDYtPGdhk2Yhycf/75I9cU++cxRIi9VXZenKMop59+euZtlZcwevDMI7D6WmutlR0f5Bpjn0a7gFXV4Op3GyhrI1X+vV8CVq+LgPCb2ipzjNtrr73miJvFbaf0nTzPxNiRrir1UPXZQQpYGoMGI2DRRghQHt46G17c0baAFcYniXluNyVg2SN/vY4d/RyfEXe55ff22293jzzySHbjqT2O7Ps6HlmHHnpo5snZj2RjO1WJgZZXPm4k42IZ7ASOIS299NKzeaOOBgELj7lddtmldhX1W8Cyc0N42669iTovTmibAkeXBCxfqf3st23bLykClj0i2hUPLDYNr7322qxa+uUlWrtj64ciMEoJDI2AxbXU3/rWtzKxoiy1NanZYObDFAPLBn5u4trlvHpAqCOQrvcKYfECO7+ojgX2DfPCeOGWJn+TIf9GvCpuayIOAm2AhYmNo5Vy9KSqSFjViEkROcM8YzuPeVy5vYobHmnfpKoxG/rZBsr6aNV/b8uYapNJeDtSPz3W8IBhccpCkNhwdnEaC4ZbtT5Snx+UgKUxqP9B3G2bsDHI/OYFHkDXX399rvFPLEPGf+91O1ZiYLU5FpX1V+YW5ls8Oh966KHs9t8wFd0UV5Z31X+fOXOm+9GPfuSIk0SqcrNc7F023lJswVlVwFp44YWzwM1l8cJS7I3wmdR8+U4bA6vXW6v7LWDxDXgCEs/R1nPonVUU5N0GOW9C7PRtqKrt53+XIsxUEdGL+k+b/bZt+yWFk2JgVR099bwIjB0CnRawwlswqqjcbQlYNItebiEMv4e8im4hrPK9Kc3Vih+93piU904bdwbxigXIo48+mi2mSWVeIOwKw9nvCHN84eCDD3bcQFaUym555LcpBmX4jqpGTFUBi3fFjofFvtMucGxAy7Ky9qsNpLTHqs+0JWC1ySSMk8CRvf333z8Lrt7vhHfWWWedNXIzW9M3nBZ9zyAELI1BH2QbCNzESKoSVyevLsu8pmK/ox7otwRl94mjhGw+3HTTTdlfxea5Xm4htF5Rbd5CaDe0qogP2AJXXHFFtgnDZhJHvfn/4QZFW3N0yviDmMWYwZxCqrKBmJJ/0TNwZfHMXE1ivIIPNybWSVZIZQPsqKOOmu2G6aoCVmpM1pR+E9okVTY6wpv8mhjTByFghX09jHMViiex+vLtwNpETYx1Pu8yeyqvLaYIM00JWLYMTfbbtu2XFE42zmCVizJYQyDIs27gluYdd9wxG8eaSGVevk28Q3mIgAgUE+i0gMVOINdUe8+d1Nva2hSwQqMBtF/96lfd9ttvX9rOCE7KgI27PilmqFQVV0pfah649NJLs3hS3igkHs6WW25ZNZvC5++66y530UUXjRwd9N5W7KqecsopIwYxxj5GJDem2RReTV5FyAuNHvIchiOElLPIQAvZPPDAA+7ss8/O+gMGK8Lg5ptvPvJIisHVjzbQaIP6n8zaErDIvi0m4S4y78GIOuyww9zEiRN7QoTAy9j4wgsvZNeUH3nkkZkQUJTszW79csUfhIClMagbAhbtMXaUkDbrj4bHxnfbZqp44Ng+F/PIqLJ4LBM2wkVeXqBp2y8RaJjjOO5LCj252xiLsD3weHviiSeyMYPLHNgQKktlG25lv+/l320dsQg95phjMlZVEsepEQWxP7zdY+dN/r6snu0zeLHigVUUCiE1IL0VjlI8Dq092YRX7SAELPsdHCNkQ+/EE090bLyQimxs+3u8tTjuylzba0qxp2LvSBFmUsagQffbtuwXzyyFE8+Gdj3HmbF3ll9++cLqtXMIpze4LInN8yZSWPaqJ3GaeL/yEAERcK7TApZ1D051kW5TwLLu6EVCTNjAMFYRH5iUSDHRom0By05IfvEbE5HCsvPNxDNhd5sFBzcU7brrrnPsZtgr1G3+9naqvAV9ODmk3HgYWyjxd8MiYKUEt2dCxhD3xypjBmuKwdV2G2hrUG1TwGqLiY3jUeZ56Nn54ON4LGKwsUhiUUPcFlLoBZoq8FoBK2WR1ERd9lvA0hjkXIoXaNW6TfEkycvTesCEz+W13/BoEc/jfYMXTtHlAxw55OghRxBJqTeXFW2MlQkb4U1pvBNvYRZKHHnPS3jGMZb7IOqhyNbGWGSFFGwWxCBiKBalUMBCdEd8b0IYSGl7sQsYFltssawMqSJWLBRBnodOWT1T5jDuTYpYadtGXlu3whHfR/0UeZwjRnKj5IcffpjhJLQCbHpZoA9CwKLs4aYwbZJYXsQyZaMuxf6zHvt46dAHbYgJ2+7oh6eddlrm6U/dbLzxxo41hr+pN8WeirXlFGEmVcBiPHvsscey1/S737Zlv3hmKZx4Nty45b+pJy52KJoL7Hor9ZRDytjUtjiWUgY9IwIi0HEByx4HsEem8iqwTQGLd4bGDv/NVdMYD0wwsYRRiju+N1jzBIu2BSy7W0VZ2ck44ogjco0lyvzTn/40OwLoU8x7wx4XiS3W7e1UTEAxL7Bwx4VncP3dbrvtcicshE52tO1NbMMiYHnjhDZEW7KJhRkB8RE0/LHKrbfe2u2+++6zPZpicLXZBtocUNsUsNpkYo1rBCm8H9gRjCXql5s3CRDqxW676LKL3LI+TPs555xzMq8tUuouZhP12U8BS2PQ5zXWNQHLCkthu8pb1ON9waaJP8LGfEKA6q222io6D8TGyDwxydoHRbfclQkb9FHmRxZZJOYrysiCKeZpaUUV+/1tjUV2HMKW4khzntBGDCwW98ytpCpecE2MG+Rh49jxdxwBgu1mm202WxD28J2MoWz0MOaFNkFRMPqyeiZ/eyKgSCih3TJneX78PlXA4tmi+iFP8vZ9I3UTo6xeBiVghZvC9BnaGkcLSSnCnBVayvj5tsUlQXiIkhCt9tlnH7fJJpuMYEqxp2JMU4SZ1DFo0P22DfvFMws5YfdyuRN91CY7n5XNBdbrMlX4K+sf/t/LLuNKzUfPiYAI9Eag0x5YfFooZhQNciGGtgWs2M4ehhU7R0yAxK5g94iBlFgfnMMm1o5PeUHM2xaweL8d3L1RyM4T7tt49mAAElsAo5wjEvx/n9gFZXfQBi/lOYxAL7Css8467sADD5zDiLdHStglwyWYRbpPdseFCYtdF45qMhmxSIDnjBkzHLv7HMv0i/2wHcQWJlUZVzViUhaPedel4/7OkcBtttkm48uCHG+Cyy67bMTQ4vvydmhTy9pWG6BsVtxt6qhamwJWm/3CxmPyxjJjAO0Z70eMZ9oNQXmvueYax86970cxsTsWW4h+gcjLTWj0YZLP8xe/+MVs7Yc4RCxe7W59G3Vn+wMGKuUs2x0vm9aWWWaZOcRejUGfU0sZg8r42n/vxQOLvKzXkc+/aPFtj4Iy7iNK0W+mTp2azS186/Tp0zPR1y96ybtIrLCe3fQd7+FIn8Dzxe/upwgbsfGUMRovZcrLuE458QrAi8cLD5STI/xs4oTeBG2MzwhSCIJ+we7nETaHENN9bBhsG3iG5aRs9FmOctkUjsv8W2qYh9T2x5jI5lRog/Bbxg9EHm4V9J6pb7/9duatgkcPDMNbFcu8X1PqOSaUUM+77bZbVs+0R8QYPNewS6hzxnbK4b188Awi5lmYQpskfN62Ib6PvG+++eYRzyvqhjmWuinySEnhbQWsNddc02HH9ZIQSMmnyCOR/EOvYv++KnEj8Ug788wzs5uofaJf0775Bto3NjlHSRlXfP34Z2Nid6o9VdQn8jz+Usegtvptap22Yb/4d9uN6k033TRbQzFe4nnH//pk69fPBXjlYgvQ9+gftGE2/+h7pLxNclu3qTHtyDP0Zu+3Z2pqvek5ERgLBDovYIViRmqAy7YFLBoGKny4g5PSWBhMWWAirMSCCVYVV1LeGXsGUYTJ3nuEpeaDQRDzEkJIgoU3HsqOVdojJexkImJ5JrEFelkZMfw43sDi39+gFBNPqjKuasSkLB5tnoiCGFYxEc5+N8cyMYJjxyiqlLXpNuDL2YYIQt5tC1i8oy0m9DOOe9BPqqSincbYIjclb9oNHpex2C1t1J3tDyllTHnG9m2NQb+nljIGpTAOn+lVwCIvKzDyd0UCVswbMaXc2AnMsYgbsWQ9u8NnOMJ03HHHZYHmSSnCRt2xg/IdcMABUVugjbEotshP4UnIADajYqJz2wIW5WOsw14Jfljh6wAAIABJREFUxbeUcvtnsCv23ntvt/766+f+LLWerahaVA4W4IxTeLEgwKV4YHHbI5tX4cUHee/AnuSbaOu9xlXkHVbAqsI479lUYcB6FZNfVa8/LvFBCAs3i1O+Ie8ERRV7KnxPigdWlTGojX6bwsU/04b9Qt42xl5YptiRv6r1W+QN24uAFY4Vdr6owlXPioAI9Eag8wKWjTmVErulHwIW2FkocFYfDysfaD6vOlJc36uKK71UPUc0Lrzwwiywa7hTGcuTiWDllVfODCV7TNJ6oyEkUUfTpk3LLZ49UhLbRSRfdmgw5MrKt8QSS4zsdnPsgfonxQI3VmVc1YhJWTzaPInvguGK8eVjWlh4RXXgn61a1qbaQFjWNkQQ8u+HgMV72mBCvrR5vETYPU8xsL1XCLvXeYn6Jq4ex2XK+gj9kgXzvvvuG3XT5x1t1F0/BCyNQbO3kJQxqOrc0YSAFTtKmHL86eGHH87GxtBzqWieQqwoi++UJ0TYTbJUYYPyILQQKoBA6UWJvsgxQ7xmijxT2hiL8PxgzPBB9IvKiYBOOfFiyStnPwSscPzkEhraUUryYx5HT8vaQ2o9M87eeeedDq/WvLmasnkRFe+Q448/PlnAwmPn8MMPd1dddZVjwZ43rntxDM84H7MphUnRM4MUsKhTLvnB486nLbbYIrMlqyQ8Pc8999wksRNueCPvueeeURG5qj3ly5kiYPFs6hjEs0332ypM27JfYidZfLlil2/wbwj7rAvK5gL6x0477ZSNX7H+UVfAsrdW55WzKl89LwIiUJ1A5wUsPim8mSflNol+CVgeN4YmkxHeYgyMfoHKMQbEFY4J4O5etktWVVypXt2z/wLj6MUXX8zcqRGKcMH1XkBMACyi2X0l3lLMAOT3GFrccFR2dNCW1R4piR35IE8mrBtvvDEzbLyHFxMSxzxwxYctx0liRz5isX6qMq5qxKQsHvPy5O85QsYRDnbo+CZcqREPca1mp7DomEDVslInvbYBW69tiCC8o18CVhtMQkZ4B3LEhcUJXnd+EeTbNPGsMNy5KSxlYUL9YdzeeuutmRhdtQ+HZWuj7toWsDQGzTkLpIxBVeeOJgQs3mnH/RQBi9/hlctRccQDBFvmAuoekYUjswi9HL0uEyr8d/Nb5rwrr7wyW+z6ec8eCUkVNsJ86Y/MWdgh9Hc2t+jLeKNQTrxy8uJl2nppenwmf8qDxwseEN5j2W/AUR94+WKvMA4VBRK34zL/3fQRQsuDdoC35T333JPZBvANNwSY8zmWzRFtFpdl5ff5V61n2h/hIe67774R72naIuywSQglwaZlOCeneGD5I2c8y/f5I+V8o29DfBc2Weq3pfb1QQpYlDG8uAH7E09h5sGqibZM38PzLeyD5FOlfdexp2yfyDtC6O2MlDHIf3+T/bYqU/980/YL/eiKK67Ijldj8/pUtM7zHBCz7VxA/8MrkbkgFk/L519XwAqPfvbSRuvy1+9EQAR+T2AoBKzwNpfUY4SqZBHoKoG6hlFXv0flGl0E/GKuqfhlo4uOvkYERMAS8BsMbQtYIi8CIiACgyIQiqyxm+QHVS69VwTGIoGhELDsTT+43hPIVUkEhpGABKxhrLWxU2aCJuNNKgFr7NS5vlQE6hLAi5TjX3hDSMCqS1G/EwER6DKB8BIHvCEPOuigzFNVSQREYDAEhkLAAk14LDDvFrbBINRbRaAaAQlY1Xjp6f4R4Dg0t5URdPiQQw7JLp1QEgEREIE8At424wjdUUcdNcftoCInAiIgAsNOILxQTN5Xw16bKv9oIDA0AlbohUUcIII7br755qOhDvQNY4yABKwxVuFD8rmIVxdccEEWS4ubMY855pjsRiwlERABEYgRIKYZQZVffvllt9JKK2U35BYFphdFERABERg2AuHN6Aj1eF+ts846w/YZKq8IjCoCQyNgQZ1gq3gHEEiQW9uOPfbY6NXOo6qG9DGjjoAErFFXpaPig2644YbsJkLc4/faay+36aabjorv0keIgAg0T4AA8+edd14WUD12CUvzb1SOIiACItB/AgTbP/PMM7MLIxCuDjzwwNJLufpfSr1RBMYWgaESsKgav8ji/++xxx7ZjS9KIjBMBCRgDVNtjZ2yvvnmm+6cc87JbrzktjQlERABESgiwAU7l112WeYRv/TSSwuWCIiACIwqAh999JH78Y9/nN0Kys2feKYTxkZJBERgsASGTsAKBxMdcxls49Hb6xGQgFWPm34lAiIgAiIgAiIgAiIgAv0gcPfdd2ehFfA4ldNEP4jrHSKQRmDoBCw+65VXXnGnnnqqmzlzZuaBxaBCXCwlERgGAhKwhqGWVEYREAEREAEREAEREIGxSACvdMLWvPrqq2699dZzBxxwgI4OjsWGoG/uJIGhFLA6SVKFEgEREAEREAEREAEREAEREAEREAEREAERaIWABKxWsCpTERABERABERABERABERABERABERABERCBpghIwGqKpPIRAREQAREQAREQAREQAREQAREQAREQARFohYAErFawKlMREAEREAEREAEREAEREAEREAEREAEREIGmCEjAaoqk8hEBERABERABERABERABERABERABERABEWiFgASsVrAqUxEQAREQAREQAREQAREQAREQAREQAREQgaYISMBqiqTyEQEREAEREAEREAEREAEREAEREAEREAERaIWABKxWsCpTERABERABERABERABERABERABERABERCBpghIwGqKpPIRAREQAREQAREQAREQAREQAREQAREQARFohYAErFawKlMREAEREAEREAEREAEREAEREAEREAEREIGmCEjAaoqk8hEBERABERABERABERABERABERABERABEWiFgASsVrAqUxEQAREQAREQAREQAREQAREQAREQAREQgaYISMBqiqTyEQEREAEREAEREAEREAEREAEREAEREAERaIWABKxWsCpTERABERABERABERABERABERABERABERCBpghIwGqKpPIRAREQAREQAREQAREQAREQAREQAREQARFohYAErFawKlMREAEREAEREAEREAEREAEREAEREAEREIGmCEjAaoqk8hEBERABERABERABERABERABERABERABEWiFgASsVrAqUxEQAREQAREQAREQAREQAREQAREQAREQgaYISMBqiqTyEQEREAEREAEREAEREAEREAEREAEREAERaIWABKxWsCpTERABERABERABERABERABERABERABERCBpghIwGqKpPIRAREQAREQAREQAREQAREQAREQAREQARFohYAErFawKlMREAEREAEREAEREAEREAEREAEREAEREIGmCEjAaoqk8hEBERABERABERABERABERABERABERABEWiFgASsVrAqUxEQAREQAREQAREQAREQAREQAREQAREQgaYISMBqiqTyEQEREAEREAERGFMEPv7sM/fxZ7Pcx7M+c598Nst9MmtW9r+fzprlPnt/bjfOOTdunHPjxzk3Yfw4N2G8cxMnODcp+zPOzTXx839TEgEREAEREAEREAERKCcgAauckZ4QAREQAREQAREYLQQ++9S5t192z77yjHttyhrunU8+yf68+8mn7t1PPnHvZf/7qXvpgw/d2x9/4t7+5JPsf9//9NNKBD65fb2k5xGz5p40zk2e5Nw8c41z88zl3LxzjXPzze3cfHOPc/NPHucWmOzcAvOMcwvOM84txJ95x7mF+TPfuEwMUxIBERABERABERCBsUBAAtZYqGV9owiIgAiIgAiMBQIfvuPczKf/588zzr3xrHNvPOfcm88799bzzs181rn3Xs9I3LfFH7s/W3Kf1qikCli9FgBRa9H5xrlFFxjnFpt/nFuM/11gnFtiwfFuiQXHuSUX+lwEUxIBERABERABERCBYScwNALW888/737yk5+4Sy+91M2YMSPjPn78eLfaaqu5Y445xu26665u3nnnza2PRx991J1zzjnuT/7kT9x8882XPffyyy9nv3v99dfdRRdd5NZbL223dNgrXeUXAREQAREQgaEl8NaLzr3ymHOvPO7cq0849+qTzr32pHOvz8g8q1LTjA0Pd8d84ajUxys/1y8BK6VgCFhLLTzOLb3weLfMwuPcMouMd8ssMs4tt+jnIpeSCIiACIiACIiACAwDgc4LWB988IH713/9V3fiiSeO8JwyZYqbe+653RtvvOHee++97O8XWGAB9y//8i9ut912c+MIOBGk6dOnu69//etu3XXXdf/1X/8lAWsYWqbKKAIiIAIiMLYJIEy9+JBzLz7s3Ev8+Z1zL//OufdmNsLllTX3cAev/meN5BXLpEsCVtFHTp40zi0/hT/j3QpTxrsvLDbOTV1svFthsfGtsVHGIiACIiACIiACIlCHQKcFrE8++cT95V/+pTv77LPdpEmTMu+pww47LBOrfHr66afd9773PffLX/4y+6u//du/dUcfffRsItb999/v9tprL7fBBhtIwKrTSvQbERABERABEWiLwIfvOvfcvc49d59zz9/v3PMPOPf8g859+HZbb8zyfWfFrd3e6//frb1jWASsPAAEm19x8fFupSU+/7Myf5Ycn8XhUhIBERABERABERCBQRDotIB10kknZeLUggsumB3/Q4CKpVmzZrkTTjjBff/738+ErnPPPddNmzZt5FEJWINoWnqnCIiACIiACBgCH3/g3NN3OffMPc4985vP/7w4fSCYPl5yTbfrFqe29u5hF7DywHD8cNUlx7tVlx7vVltqvFt96fGKsdVaK1LGIiACIiACIiACIYHOClh4VnHs78UXX3T/8R//4fbee+/CmsNb69vf/rb7xS9+4bbddlt32mmnucmTJ7vvfve77oILLpjtt8suu2z2HMnHwOKZZ555Jjuu+MQTT2T/tvbaa7u/+7u/c1tuueUcxxL5d+Jq/eM//qO76aab3Mcff5yJZ9tss43767/+6yw2V5hCEe1P//RP3Z/92Z+5xx9/3C255JLub/7mb7JvVRIBERABERCBUUXg5Uedm3G7czPucO6pOz8XrjqSZs2/uNvpKxe3VprRKmDFgHHkcI1lxrs1l53g1lz2c28tJREQAREQAREQARFomkBnBSyCqv/hH/6hW2WVVTIBavHFFy/99jvvvNPtu+++mZDkg7L/wz/8g7vwwgvda6+9lgV9X2KJJdwKK6zgTjnlFPfZZ59lAtZLL73kVl11Vffwww9nv+Vdr7zySiZKkYitddBBB428H4+vM844IzuuSB7+Nz4mF+/Bc+zwww8fEb68gMXxR37z5ptvOmJ58ZvTTz89E76UREAEREAERGCoCeBd9cStzv33rc49eZtzb73Q6c/Zec9b3GeunSNxY0nAspVM0Pi1lxvv1llugltnufFu3eUnOBOetNPtQoUTAREQAREQARHoJoHOCljEu+LYIJ5J//mf/xn1gLJIuU0QTy08o/gNca9IZUcIn3vuuUzcQpA64ogj3MSJEx3B4/Gkogx4UyGCLbrooll+eFx5QQtxa7/99nMTJkxwn376aXZLIh5WeISFRxl9Gd5//3232WabZaLVwgsvnD1H0Hl+ryQCIiACIiACQ0Xg6bude/zGz/88cbNz7785VMU/evcr3VPjfx9Xs8nCj2UBy3IkntZ6y09w660wwa2/wvjsf5VEQAREQAREQAREoCqBTgpY3CyIkHTLLbe4P//zP3d/9Ed/lPRd7777bhbk/de//nUW/J0jhakCFt5SHAcMbzB86qmn3J577pnddPjzn//crbXWWu7DDz90Rx11lPvVr37l/uIv/sJ95zvfmUNc++EPf+j+6Z/+ye2xxx7Z8UcEsVDAQrzacccdk75JD4mACIiACIhAZwi88rhzj/7KuUevc+7R651799XOFK1OQf5hlwvcbZOWrvPT0t9IwMpHxM2HG3xhvNtw6gS30dQJWZB4JREQAREQAREQAREoI9BJAStPiCr7mPB3++yzj/v3f//3ZAHrJz/5idtuu+1mewXH/L7xjW9kHl3+SKIXtT766CN38cUXZ0cPbZo+fXrmOcYRwUsuuSQ7kugFLDytvBhW9j36dxEQAREQAREYKIFPP3bukav/58+1zr308ECL0/TLT9rpx+6iyas3nW2WnwSsdKxLLjTObbziBLcJf1aa4Oabu51jnekl0pMiIAIiIAIiIAJdJDBqBawqHlgcPfQCVVhJXhC79957R/7dx9ni6B/xtPCusol/e/nll90888wz8jsvYHEMkQDy/FZJBERABERABDpH4LUZzk3/pXMP8+cq5xCxRmn6+fb/nztxgc1a+ToJWPWx4pW16coT3LSVJ7gvLCbvrPok9UsREAEREAERGF0EOilggbifMbCqCFjXXHNNFpw9JUnASqGkZ0RABERABAZOgNsBH7zcuYcud45A7GMk3bTN37vvL7pDK18rAasZrFMXH+82X2VC9odg8EoiIAIiIAIiIAJjl0BnBaymbiGkasuCuFcRsG6++ebsWCE3GfrjgSnNRx5YKZT0jAiIgAiIQN8IPHGLcw9c4tyDlzn38qN9e22XXvTA5v+H+5Ol9m2lSBKwmse6+ILj3JarTnRbrvb5cUMlERABERABERCBsUWgswLW008/ncWRevHFF90///M/u0MOOaSwZji2x+1/5513ntt2223daaed5iZPnpz9pkkB67HHHssCuxPMPXbsMK+QErDGVsfS14qACIhAJwlwU+D9P3fuvoude31GJ4vYz0I9teFh7ugvHN3KKyVgtYJ1JNNF5hvntl5tgtt69YlZ3CwlERABERABERCB0U+gswIW6E866ST3ve99zy244IKOIOubbLJJtEZmzZrlTjjhBPf973/fTZo0yZ177rlu2rRpI882KWB98MEH7lvf+pa74YYb3He/+91MNAtvLuSlV1xxRXYD4rrrrutOPvlkt9RSS42IaIqBNfo7lb5QBERABLpEYPrrT7gHb/jfbr8Hr3Xu1Sc6UbR351rUvTPXYm7h959zc3/67sDK9Oqau7mDVv+LVt4vAasVrNFMp8w/zm2zxkS3zZoT3Ho6Ztg/8HqTCIiACIiACPSZQKcFLLyqCMZ+9tlnZ8IUcbG++c1vunnnnXcE0/PPP+/+7d/+LXuG9Fd/9VfuuOOOm01U8gLWQgstlAVQX3rpz6/MJtD6rrvu6qocIeR3V199dSZikf78z//cHXnkkZm3F0Lab3/7W3fMMcc4ysXf//3f/31WFnlg9bll63UiIAIiMIYJPPfOS+6aZ2511zx9m3v0jRlu4wWWdSde+Z8DJ/LW3Eu6O5b7hnt2wXVHyrLaaze7rZ4+YyBle3fqlm6vDf61lXdLwGoFa2mmyy4y3n157Qnuy2tOdMTPUhIBERABERABERg9BDotYIEZEeuHP/yh+5d/+ZcR6lOmTHFzzz23e+ONN9x7772X/f0CCyyQPbPbbrvN4RHFMcQ99tjDPfvss5n4tfrqq7sTTzzRzTXXXLUELIQqPKvwDiMhri2++OKOWwvffPPN7O++/OUvZ15hlIskAWv0dBp9iQiIgAh0kcBHn37srnr6ZnfV07e6O168b44iXvzkdLfsC48MtOgXr/E9N3OeZecow0oz73BfmnFy38v28RKru123/HEr75WA1QrWSpmus9wEt93aE9z2a090808eV+m3elgEREAEREAERKB7BDovYHlkeEudfvrp7tJLL3UzZnwetwPhaJ111nFHHHGE23nnnWfzzLKor7vuusyD66WXXnITJ050559/vps6dWotAYu8EbEeeeQR94Mf/MDddNNN7uOPP79mHHHsj//4j93XvvY1N2HC72MySMDqXuNXiURABERgNBC45+WH3C+fusld+dTN7sNPP8r9pD+cNMUdesMpff/kmeMWyt75zKKbuHtWODD3/V9/+G/cwh8839fyzZpvittph0tbeacErFaw1s4UEesr60x0m62seFm1IeqHIiACIiACIjBgAkMjYA2Yk14vAiIgAiIgAp0h8PoHb7rLZ9zgrphxo3v8zaej5Zr80cTZ/n7VeZdwf3XzJbP9nReX/F/OHLfgHHnZv7O/ed38xv67z5B4kIssskguwy8+dZpb5fXb+s54lz1vcZ+45r1zJGD1vSqTXrjsouPdDutMdDuuO9EtuVDz9Z5UCD0kAiIgAiIgAiJQi4AErFrY9CMREAEREAERyCcwc+bM2f6RWIthsv9u/5tnY8+89dE77rUP3nCvf/CGm/zhpNnytIJVV+pnkVmfH62ff/Hlsj95aYcn/s0t99YDfS/2cbv/0j05fk7hrteCSMDqlWD7v//i6hPdV9eb6LZYVV5Z7dPWG0RABERABESgdwISsHpnqBxEQAREQAQ6QiAmBPUqHpXlGfv3LuD4YK5P5ijGIvOMc8vM/P0xPS8u+QcXmfXWnL8xf2d/s2jJv/sMX513qrts9b+Jopn8yVvugAf+TzfOzeo7uv+163nulolzxuXqtSASsHol2L/fLz9lvNt5/YnZnwXnkVdW/8jrTSIgAiIgAiJQjYAErGq89LQIiIAIiEAOgba8jsLXlYlRXamc2FG5RRdddKR49t9jz38496fuN69Md799Zbr75LNPnRWkPpj789iLPsUEK8tjpXkXd+dec9LAMP126T3dvUvtNsf7CeBOIPdBpFN3OtWdP3nNxl8tAatxpK1niHS18wYT3S4bTHJrLKMbDFsHrheIgAiIgAiIQEUCErAqAtPjIiACItA1AmUeQpQ3fCb1uJr9zlA86qrXUZlwxDeliEfhM2V5FsV1qtNWbnruLnfRE9e4W1/4TZ2fl/7m9Fdedes8elPpc2098NyCa7sZC2/i3p5rCTfl/afcyq//2i36/jNtva4030u2/3/djxaYVvpc1QckYFUl1q3nN1pxgtt1g4nuS2vOHkuuW6VUaURABERABERgbBGQgDW26ltfKwIi0CCBqsKRFZJ8UcrEpWEQjmLCUOhxVEc4qpNng9Xb96wufPxqd+ETV7nH3niq1XcfPM8y7rvXHt/qO4Yp81u2+Tv3vxbdsfEiS8BqHOlAMlxhyni320YT3e4bTXITFSprIHWgl4qACIiACIiAJ9BJAaurO/tqNiIgAt0lUHa0rI7XUVmeXaFR5iFkhaDY8yleSUVH4LrCYtjK8eaHb7vzH7/Snf/4VVlg9n6kpedZxF167Wn9eNVQvOPBaX/k/q+l92+8rBKwGkc60AznnzzO7bHxRLfHxpPclPkVJ2uglaGXi4AIiIAIjFkCnRSwfvCDH8xx+9KYrSF9uAiIQGcJVBWOrJDkP6zKcbW8PDoLSQWLEnj2nZfceY9d4c577Er36axP+07pR2+84zZ96Oq+v7eLL3x6g0PcUVOPbbxoErAaR9qZDHffeJL7+iYTHd5ZSiIgAiIgAiIgAv0j0EkB66STTnLW86F/SPQmERCBYSSg42rDWGtjr8yPv/GU+9ljV7hLnvzVQD9+7/mWc39x9X8MtAxdeflra+ziDlzjLxsvjgSsxpF2LsMd1p3o9tp0klttKQlZnascFUgEREAERGBUEuikgDUqSeujREAEREAExiyBh19/wp3z6OXul08NLnh6CH/hueZ311x/5pitj/DD3/vCFu7rG/7vxllIwGocaWczJND7PptNcmstKyGrs5WkgomACIiACIwKAhKwRkU16iNEQAREQAS6SGD664+7s393mbv66Vs7V7z/571P3Ta/vaRz5ep3gT5ZfFW3y1ZnNP5aCViNI+18hl9cfaLbd9pEt/Zyivbe+cpSAUVABERABIaSgASsoaw2FVoEREAERKDLBB6Z+aT7/9m7D+goqr4N4M9ukt1UeiAQQu9Ib9J7S6iChaIoqIhYEbuoiAVERbogIkqxo/ICktB7771JaIFQkkBISNvd79zhWwyQsHV2Z2afPcfzKrnt/5vVVx/uvTPvyCLEntmg2GXGhEbhw9iJil2fpxZmCS6MLp0Wu306BlhuJ1XNgK2q+eORBwNQvRR3ZKnmoXGhFKAABSigCgEGWKp4TFwkBShAAQqoQeDfa2cx98jfWBy/RvHLDfQzYM2mP+CXk634tcq9wB491yFT595dMwyw5H5qyh+/fU1/PPpgACqWYJCl/KfFFVKAAhSggBoEVBdgnTlzBmvXrkVYWBi6du0Ko9HokHNKSgq2b9+OixcvIicnB35+fhBvAGvcuDFKlCiR51gHDhzAvn37kJmZKc1Xq1Yt1KxZE3r9vf9CcujQIWn8evXqoXbt2g6tjY0pQAEKUECdAhfTL+OHw3/h9xOxqirgk2x/dNr2q6rWLMdih/dYihP6gm4dmgGWWzlVPVh0XX/0axqAUoUZZKn6QXLxFKAABSjgdQFVBVipqan4559/kJaWJoVOjgZYly9fxsqVK3Hz5k0pfDIYDMjOzobJZIK/v78UYlWtWvWOh3LkyBFs3boVQUFBqFChAs6dO4fk5GTUqFEDTZo0uaOtCLjE+sR40dHRUh9+KEABClBAuwJp2Tcx5/BCzDn8pyqLbBcWhXHLeIzw05hfsDagtFufIQMst3JqYrCHmwSgf7MAFAjSaaIeFkEBClCAAhTwtIBqAiwRCq1atUoKkMTH0QBLhEvLli1DUlISSpYsibZt20q7qUSAtWXLFpw4cQIhISHo1KkTChUqJM0hfiYCqRs3bki/XqxYMSk8E79mNpulkCo0NPT2MxO7tHbv3o1GjRpJARc/FKAABSigXYF5Rxfh+0MLcT3rhqqLXL13LUJvXFV1Da4u/rsu3+LXQPv+f/tG/CnsGDEcIeXKo/4nX8Avn9+sYoDl6lPRZv8ggw4DmgdIO7L4oQAFKEABClDAMQHVBFjWo3liV5PYQVWwYEGHdmAdP34cmzZtknZFiZ1b4gii9SPCsdjYWCQmJkrHAxt0NXX+AAAgAElEQVQ2bCj9SBw3FGGVtY/1uKJoe+nSJSkEK1361u/YWneHBQcHo3PnzggI4L+YOPZVZGsKUIAC6hD45/Q6zD74B+JTz6tjwTZW+Z4lGD03zdNELc4W8b/2X2BKWFOb3XPSbmDPh+8gadcOFK5TjwGWTTE2yE9AHCcc2DwAnWv7E4kCFKAABShAATsFVBFgXblyBXFxcdIxPxEw7dixw+E7sMTurdOnT6NixYpo1arVPTwiIBNHBcUuqy5dukgBlNjttXr1ahQvXlwKpawfa9jVunVrlC1bVvrlzZs3Q4RkLVu2RPny5e3kZzMKUIACFFCLwK7LhzDr4G/YnrhfLUu2a51Nw0pj0rJJdrXVaqNNLUdhdNEu9y0vO/U69n38Pq7u2Ca1Y4Cl1W+DZ+uqXcYPj7cIQP1y7n2JgGer4GwUoAAFKEABzwgoPsASx/hEYCSO/olwSARLIlRy5BL3rKwsaSeVGEPcW5XX8T5rWCVCspiYGBQoUADXr1/HkiVLIHZViV1b4s4s8bl7B5Y1YBPhV/v27aWL4fmhAAUoQAFtCCSmX8HMA79i0alV2igojyqWHtmF8Kvxmq3PVmEHm7yIESUfy7dZ6r8nsG/MKKSdOX27DQMsW6r8uSMCnWr544mWBpQsxPuxHHFjWwpQgAIU8C0BxQdY4n6qw4cPo1q1amjatOntXVGOBFjiDqulS5dKRw+bN2+OSpUq3fOUrWGVeDOh9Wig9VL29PT0+96BJXZ3XbhwQQqvIiIifOsbxGopQAEKaFhAXNA+48AvyDGbNFwlMFJfEI+u/17TNd6vuLN1BuDp8s/f0yQnPQ0nvpuBM3/9Lv3MULAQ/IKDcfNCAndg+ey3Rb7CdTpgUEuDtCOLHwpQgAIUoAAF7hVQdIB19uxZrF27VtptJS5RF3dRWXdKORJg5RVO3U2RX5v83kJYu3ZtNGjQ4PZ6xFHCvI4m8ktHAQpQgALqE1hzfhu+2f8zTl47o77FO7HiemGRmLlsshM9tdElqWo0+lV/955iDowbg4S4f6RfL9OrLyoNGYojk7+Sfo07sLTx7JVYRZmiejzVOgCtqvF+LCU+H66JAhSgAAW8J6DYAEu87U+8NVDsmhJ3TUVFRUlKng6wxJwHDhyAeMOg2JElLnIX4dUDDzwA6+XvIvwSd2SJNyMeO3YMu3btktYtjjtWrlxZuhSexwq99yXnzBSgAAXsFTh34yKm7/8JcWc22ttFM+0WnjqKqISDmqnHkULSyzRB7/pf3dPl8KQvoTcYUO7h/jAWLSr93BpqMcByRJhtnREQAdbg1gGIKqp3pjv7UIACFKAABTQnoMgASwRD4p4rsQPLutPJKu+NACu/p37ixAls3LhRCrPEbqxTp05h/fr1UnBVoUIFXL58WfpD7M5q166d5r48LIgCFKCAlgR+OPwnpu1fALPFoqWy7K5leEAxPLlmpt3ttdQwp1hFxLT40a6SGGDZxcRGbhQY3NqAAc15rNCNpByKAhSgAAVUKqDIAEu8EXD79u0IDw+Xdjbl3r3kTIAl7rASd2CJXV1iN1e5cuXueVzWI4QiPBNhU6lSpe77SK33Y4n24q2FgYGB0psSxYXu1ju0xAX04vJ4cQeXqKPo///urUq/K1w2BShAAU0KiLcKTtk3H4eSTmiyPnuLqhYagbmx0+xtrql2lqCC6NJ5qV01McCyi4mN3CxQOUKPp9sY0LACXxTkZloORwEKUIACKhJQZIAl3vKXkJBgF6N4a6A1MMqvg7NvIbzfAsSRwt27d6NRo0bSWw2tF8Xr9XpER0dLby4Un02bNuHo0aPS5fFVqlSxqyY2ogAFKEAB+QUyTJmYvHcefj1+644jfoD5CedQ5dQ2j1OIPW/bEoEx2yyIOwNkm4EAPdCuNPBOIx1algLkfjdb717rkA7b4QADLI9/PThhLoEe9QPwTLsABBvk/juC7BSgAAUoQAHlCSgywBLHBy9evJinltlshgikRFBkMBggAqwWLVqgZMmS99UVbwo8ffo0KlasmOdl6yKQ2rlzJ4oVKybtqBLHAPP7pKamSjurxK6rrl27Sm2tO7jERfPi18RdWeKzefNmiIvgxRsUxZsU+aEABShAAe8LLD+zEZP2zsXF9CveX4yCVjAkMALPrfTsLiwRVn2y3YLR98nNnqwOTGmtQ4iMp6he7L4Ex/wK2XwaDLBsErGBzALFwnR4tp0B7WvykneZqTk8BShAAQooTECRAdb9jJw5QijGO378uLQbyhowibcYWj/Wy9gTExNRq1Yt6dL1+31EKCUuaxe7qipVqiQ15Q4shX2zuRwKUIACeQgkZVzDxL0/Ymn8WvrkIVAuOBy/LZ/hUZtvDgDDVt+6d+yJasDnzXUoEQxczQDG77Jg3M5by3m5DjChlU62nVhjY37G6oBbL4y534cBli0h/txTAiLAGtregKKh3I3lKXPOQwEKUIAC3hXwmQBL3Fkl3mqYlJQk7dZq06aNtINK3FO1ZcsWiAvZRbhlfZtgfo9F3HEl7roqVKjQHfdziRAsvzuwxN1bnTp14h1Y3v2uc3YKUMDHBRbHr8HEPT8gJTPVxyXuX/53V66i9lHPBHyJ6UCbhRYcSQYergTM76yTjg5aPyLWen+LBR9vByJDgfV9dChfQJ7H933nmfg5qKbNwRlg2SRiAw8KhAbqMKy9AV3qcDeWB9k5FQUoQAEKeElAcwGWOK4ndkiJcComJgYFCvz3b7rnz5/HunXrkJGRcfsIogiwRPgkjiI2btwYVatWve+jEEcRxTh53bsl3pq4du1a6dL58uXLQ+zoSk5Olo4OPvjgg156xJyWAhSggG8LXM1IwYTdcxB7ZoNvQ9hZff/gUnh1+RQ7W7vWbNEpoOdiC/z1wOreOrTI4/0pGxKAtn9akGMGlvbQoWtZ1+bMr/eSduMxqUAzm4MzwLJJxAZeEGhTwx/Pd+BuLC/Qc0oKUIACFPCggE8FWMI1JSVFesOhuGMrJydHCpsKFy4shVclSpS4L731+GJkZKT0psK8PqdOnZLGF7uuxN1YlStXlo4k5n6TogefL6eiAAUo4NMC/5xej692f4+UzOs+7eBI8SUCC2HxytmOdHG67eJ44L3NFpgtwPJet44O3v1ZcRbo9NetI4ZxvXToYPuUn1Pr2dziXXxYLNpmXwZYNonYwEsCYUE6DO9gQMda3I3lpUfAaSlAAQpQQGYB1QVYMntweApQgAIU0IBAek4Gvtw1G4tOrdJANZ4vYcq1m2hywPtvZxQXvD+7yoI5h+U/Qni48XC8Uqq/TWwGWDaJ2MDLAp1r+2N4RwNCjLwby8uPgtNTgAIUoICbBRhguRmUw1GAAhSggHcFNiTsxBe7ZuN8WqJ3F6Li2XuHlMY7cZO8VoEIrrYlAqO2WLD6HKDXAb921aFPRfmWdK52fwypMNzmBAywbBKxgQIEShTU4YVORjSr7KeA1XAJFKAABShAAfcIMMByjyNHoQAFKEABBQhM3jsXPx75WwErUfcSCgaEYMWauR4vIsME9FlqwdL4/6YuGQLM7ahDuyjI9gZCMVtylS54rMYomzUzwLJJxAYKEnikSYD0pkJ+KEABClCAAloQYIClhafIGihAAQr4uMDR5FP4fNcs7Lty1Mcl3Ff+FzfNaL3rL/cNaMdIqVlA9P8sEBe35/5ULAh8116H1pF2DOJkk5tRjdCrwdc2ezPAsknEBgoTqBGpx0udjagckesVnwpbI5dDAQpQgAIUsEeAAZY9SmxDAQpQgAKKFfj9RCzG7fxWsetT68K6hkXho2UTPbp8kwW4ngUUMgKZJkg7sV5ZZ8HZG7eOEf4Zo0OP8vIsyVS0AqJb2t51xgBLHn+OKr/AS50N6NkgQP6JOAMFKEABClBAJgEGWDLBclgKUIACFJBXIMOUhbE7ZmJJ/Bp5J/LR0Q36AKzZsggB2Te9KhB/HWj/lwX/XgOaRACxPXUoKMOJKEtgGLp0Wea2WnO21HbbWByIAu4S6PiAP17pakQgcyx3kXIcClCAAhTwoAADLA9icyoKUIACFHCPwO7Lh/DpjhmIv37ePQNylDwFxmQHoMu2X7yu8+FWC0ZvA4L9gXV9dGhQXJ4l9e25Bqk69/yXPQMseZ4RR3VdIKqoHq92NaBOGV7w7romR6AABShAAU8KKDbA2rdvHx566CEUKVIEixcvRvHief/b6oULFzBkyBDs3bsXpUqVwpw5c1CzZk1Y+wvMhQsXonbt/H8nNC0tDYMGDcLmzZul/h07drzvMxg3bhwmTZqEmJgYTJs2Df7+/ve0P378OHr16oWUlBTUqVMHP/30EwoWLHhPO7H+bt26ITExUWrTsmVLp57/yy+/jN9//x3vvPMOhg+3/RYlZyZZvnw5nnzySfTt2xcTJ/53rCQjIwOzZ89GrVq1nF6/M+thHwpQwDcFFhxdjAl75vhm8R6uuk1YFMZ7+BhhXiX+7xTQY7FF+tGibjp0l+kY4Ss9FuOwvrBblBlguYWRg8goMKyDAX0buyewlXGZHJoCFKAABShwW0DVAda5c+fwxBNP4OjRoyhbtix++OEHVK5cWSpOzgBr/fr16NevH8qUKYO///4b4eHh93ylRGj24osvSr8eFBSUb4hmHSsyMlIaKyIiwqmvpzcDrJEjR0rhmz3hn1PFsRMFKEABAFnmbHyy/RssjV9LDw8KrNy3HgVSL7t9RvHGwedW33rjoDga+FtXHQLz2RCy8OSttxPqAMT10qFDlNuXIw34efQCrDSUdcvgDLDcwshBZBbo8IA/Xos2wnDv78XKPDOHpwAFKEABCjguoNoAKz4+HgMHDsSpU6dQtWpVaQdQuXLlbgvIGWCdPn1a2l2VlJSE3377DY0bN75DPicnB88//zxiY2NRrVo1HDhwAGLXlljv3R+xk0v87H67uex5rJ4IsPJbh3VuBlj2PCm2oQAFnBE4mHQCH2+fjhMpp53pzj4uCLxjCUHvTbYvN3dmipfWWTB5LxARDGzsq0OFezcqQ+y7enGtBVP33b+dM/Pf3efHzt9gflAtdwwFBlhuYeQgHhAoX1yPkdFGVCvFtxR6gJtTUIACFKCACwKqDLByh1fieN53332HkiVL3sEgZ4CVmZmJZ555BitXrswzmLp48SJ69uyJ4OBgiHDnhRdeQLt27fDtt9/CaDTeXqetcRx5rgywHNFiWwpQQE0Ci06twpht09S0ZE2t9cGw0pi8bJIsNS0/C3T52wKzBXi5DjChlU7aZZX7s/EC0OkvC9JzgCE1gG/a6uAv039nL203DhMLtHBLrQyw3MLIQTwoMDLGiK51uBXLg+ScigIUoAAFHBRQXYAl7pYS91WJXVBNmjTBN998k+f9WHIGWMJ46tSp+PTTT9G7d29MnjwZOt1//8ptPRb48MMP44033pB2a2VlZeGvv/6SjjpaP9ag6+rVq/ccMRT3Si1YsAAzZsyAOCopPqVLl8bQoUPRv39/BAYG3vGocwdYrVu3xttvv41du3ZJberXr493331X8sq9TvEzcQfXV199Ja0tPT1dai92tIkdZOJurtzz3H0HltX45s0731B19z1cd8+h1+vRoEEDvPXWW3muycHvMJtTgAIaFvh6zw+Yf/R/Gq5QHaUtObYHxS//6/bFZpuB4Wss+PbgraGH1QI+aKxDiWDgWhYw9wgwYr0Fol3lQsDyXjqUDXP7Mm4PuLXFO3i/WIxbJmCA5RZGDuJhgYebBOC59jK85tPDdXA6ClCAAhTQpoCqAqyDBw9Kl4gnJCRAhDTiAvVChQrl+WTkDrC2bdsGEVCJC+PvvqDdesm7CLZ69OghhUFLlizB999/j06dOt1erzXoEhfM5x4j98X0onHRokXh5+eHS5cuSX3z2nVmDbCqV6+OEydOIDs7Wwr2bty4cTuYEiHWsGHDbodYe/bske7yun79OgICAqS7vMSuMBGoiY+4rF3UYg2x7g6wjhw5Il0Yf/LkSWk+cUl9SEgIXnrpJTz++OPSGGKXmgjdRMglgiuxJvHn165dk34ufiYCr7wuwtfm33KsigIUsEcgKeMaRm+bgk0XdtvTnG1kFhjhVxj91n0nyyxp2cALay2Yczj/4asVBhZG61C9iCxLuD3okUbP4+XIAW6ZhAGWWxg5iBcEGlf0wxvdjCgccvd+SC8shlNSgAIUoAAFcgmoJsC6fPny7fCqc+fO0lvwwsLy/21YuQMscf9Vnz59pDDtzz//RI0aNSRW6xsNDx8+LO1qEpfKz5s3D2+++SYGDx6MMWPG3Oa37uLK/eti55UIdVasWCHtThJtrMcjRbAlwp64uDhpd5T4mTX4sQZYYvAWLVrg66+/lvqZTCb8+uuv0k4w8Zk/fz5atWoFcU+XCJrExfFiJ5QI2URIJj47duyQAqjU1FTMnTsXbdu2lX49v7cQ5ncHlrhcX4RgwurVV1+VjlKKMMxisWDTpk145ZVXJD9xD5iw5IcCFKCAENh9+bAUXp2/kUgQhQjUCS2FWbFTZFuNyQKsPQ98sNWCrRch7bjS64CaRYCR9XV4uBIQ5IGTTedrP4bBFW69gMXVDwMsVwXZ35sCJQvp8WZ3A2pF5fNmBW8ujnNTgAIUoIDPCqgiwPr444/x2muvSUGI+IgjbiKUKVasWL4PTu4AS4QwI0aMkNYhdlo99NBD0lrEEUdxZFDshBJvRRQ7kqxrqVKlyu2dVrnvv8q9Myv3Gw5/+eUXREXd+aolEfiInV/nz5/HH3/8IR3FEx9riCQushcXy5cqVeq2jVjr+PHjpdBP3M0lAiMxvziKuXv3bmmcunXr3mEpdl6J9YtxRaAmPo4GWKNGjZIu13/kkUek+e/eZbV06VI8++yz0txiB9r9Akmf/TuUhVPAxwR435VyH/jvp0+g7Ll9yl2gG1aWUqUTHq3xgRtGAi9xd4siB/G2wOvdjOhS2wPpsbcL5fwUoAAFKKAKAcUHWOK4mbi3SYQwYueQOK4mwpsBAwZId1Dld/RM7gBLPN28dlZZf03sbhK7rsRHHJcTR/WOHTt2+64r6/1Xd9+NZT1+ePdurdzfppEjR0qBzwcffCAFQLkDrNzz5u4jjguKXU4lSpSQdl0VKFDg9kX07du3l3Z2id1i1l1YeX17HQmwrDWL5yDW2rJly3uGFLvqRKAmjizm3sWmir9zuEgKUMDtAtP2L8D3hxa6fVwO6B6BYYZwDF49wz2DKXSUjNIN0LOhey6s5w4shT5kLsthgQHNAzC4Ne/FchiOHShAAQpQwO0CqgiwRNXWu5JiY2Px3HPPwWw23/fomScCLOsctWrVko7aieNx4iie2Fl0d2hj3Y1kDZ2sd2iJu7ysbycUx/qs92WJNxjmd79XSkqKdK+VOJ4ndlXlDrDEWNHR0fd8UcT9WeLYodjFtnDhQoh7t0QgJd6mKO6vEh9xD1bz5s2lsE2s6+4dUY4EWOKSfbETTcwr7vDK/fZF6+LEMxQ/F/87Z84cdOzY0e1fcA5IAQooX8BsseD9LRMRe2aD8hfrwyusGhKBeXHafhukqUg5RLea75anzADLLYwcRCEC7Wv64+2exnveEqqQ5XEZFKAABSjgIwKqCLDEUT1xlE3sthIhz3vvvScFRmIXkQiK7j7+Jp6d9SifOCpnDWzye6bionNx55MIlRwJUqy7jERYI+67EoGP2FEkPmKXU0RExO0pxb1VTz31FGJiYqTL58XbBcUOstxv7LPen7V582a7vn55BVj5rT+vAEtMInaFiSOaq1evloKk3B9Ri1ijNUhzJMDK7w2F+RXmiLtdOGxEAQqoQiAh7RJGbZmIfVeOqmK9vr7IeRfOo+q/W7XLYAhB5+g4t9THAMstjBxEQQIPlPbDOz2NKFGQl7sr6LFwKRSgAAV8SkDxAVaRIkWwePFi6e111s+VK1eke5XEJeHionNxV9Pdu4WsgY24Myq/I2zW8axtxdFER4MU684qEaiJHUxi95LYASVCqtzHG607koKCgqQ7p8ROLLGbTNxX1bhxY2kpue/Fyn080J5vpPUOLFs7sEToltdxPREMirc8CmuxvsTEW5cnW+/MErU4EmBZA0QxLo8H2vME2YYCvicgLmt/b8vXuJR+682nznzCzQWRAxOS9Tec6c4+Dgo8FRiB51dqexfWoz1XI0Xn+nEpBlgOfrnYXBUCxQvo8G4vI0SYxQ8FKEABClDA0wKqDLAEkrh8XFxmLu7Iyus+rNy7qsQOI7H7Kb+P9TifOALoaNhi3Vkl7p4S4ZS4w0r8MXDgwDums4ZTGzduxPTp0/Hhhx9Kx+pEWCRCOusn98XnX331lXT/lz0fa4Al7t0Sa7n7Y60xMjJS2h0WHh6e77DivjHRRrw1UFwGbw0QHQmwrG9pFDu8cl9Sb08tbEMBCmhfIO7MRry7eYLThdbLroD6OZVgtARIYyTpU7E14ChO+fHNhU6j2tGxTHAx/LF8ph0t1dtkRPdFOOhX1OUCGGC5TMgBFCog3hAqQqw21Xm5u0IfEZdFAQpQQLMCqg2wRMgigqBPPvkEer0e33zzjXQ8L/fHGgaVL18eP//8M0qXLn3PgxQ7hF5//XXpbYL16tVz+G141p1VlSpVksYWwVp+RxanTp0qHcl78sknpQvgxZsL7w6pxFE+cZxRBEwiTBNvFcz9sR4zPHTokPRmxiFDhkg/tgZY4jilGLtw4cK3uwkrEZjNmjVL2rkm5hS718R9W2Jn1fz58+8JtKxHAHPvgHMkwBJziqOeYkebuHtL1H73hftiDrEesbtOPMuaNWtq9m80FkYBCvwnsODoYkzYM8dpklo55dAyK+9/XvweuBGX9ClOj82OtgW+TUpG3cOrbTdUaYsvo+cjznDn//c6UwoDLGfU2EdNAsM7GvBQo1u/icAPBShAAQpQwBMCqg2wBI4Ic55++mmsW7dOug9LHMd74IEHbruJkEbcEyV2A4kgSOzEatasmbTzSQRXYnfQ+PHjIXZRiZ1O4thfjx49HHK3Bko7d+6U7pASIYw4sliwYMF7xrHugjIYDNIl7JMnT5ZCrNyf3DWJsaZMmYIqVapITUQfsbtLBFEiWPr9999RtWpV6WfWAEv8ee/evfHZZ59JxypNJpO0A2r06NEIDQ29bZSamioddxSB22OPPYYxY8ZAXBwvPhkZGVL4JOro0KGDdF+X2J1mK8C6e/fXgQMHpF1y169fxxNPPCHd92U96nnq1CkMHz4ce/fuvWMOh/DZmAIUUJ3AlH3z8MPhv1xa98CbbVHAcuufV3d/jvifxSrDPpfGZ+f7CzwWHInXlk/WLNPcTtMxL7i2y/UxwHKZkAOoQKB/swAMaeP6kVsVlMolUoACFKCAAgRUHWAJv9whVYsWLaRwJ/d9WKtWrZJ2GonAJr+P2MH10UcfSTuj7D2yl3ssESpNmnTrtduDBw+WwqC8PrmP1YmL0cXF75UrV76n6blz56TAR9QmPuItfuJ+Lesb+8Sfi7At99sGrQGWCODEkT/xETubRHgkgi9Ro9gF1b1799s1rlmzRgoAxTFMa3vRzjqPOD4odlBZd0blF2BZd5ZZxxBjinBKfMQbGYW/eNOhGFusSfz51au37rwRAdyPP/6Y5+44Bfz9wSVQgAJuFBizbRoWnVp1x4iBWbeOoARm3vpdfPHXQZn/HUsRf527TZglCNYdr3ktLUV/AwsC17px1RzqboHigQWxZOX3moVZ1nYsJhRs6XJ9DLBcJuQAKhGIruuP16KNKlktl0kBClCAAmoWUH2AJfAXLVokhSTi2JoIT8RxudxBVHJysrSbSByVO3PmzO237ZUoUQKdOnXCM888g4oVKzr9HNevXy/tZhLz3+++J/Fz8UZFcVyxadOm0uXzISEhec4rQqcFCxZAXMouAi3xETukevXqJY1RsmTJO/pZAywxvxhTHJ8UAZgIjdq2bSvtqLLu5Mrd8eTJk9IuL3GhvLjgXXyKFSsmHe0Td2nlDgPzC7BEOPjuu+9KRx7FLjTrmxatRwaFudhtJgI7UZf4iOOcQ4cORf/+/aXdXfxQgALqFhD/nBUfEdSLj/hr66+ZLGasPLoB11JuHe0TYZU1lHK0avHPNOvO07z6JuiT8FegfW9ydXRutv9PYFJqBpruW6pJkm3N38Ko8O4u18YAy2VCDqAigeZV/PHBQ0b46VW0aC6VAhSgAAVUJ6DYAEt1klwwBShAAQ0I3C+IujuYEmGVtb2zpWcYcqSuGcbsW/9ryJH+sH5uGv/7a9FG/KxLZgNUMEXkOeVGw2Hs9f/X2eWwn50CvUJL493YWzuPtfY51ug5vBj5uMtlMcBymZADqEygdhk/KcQqFGzfC4hUVh6XSwEKUIACChBggKWAh8AlUIACFHC3gKeDKOuLI6xvVRV/rQv2x4qzG5GccR15BVHO1lzIHIrumY0hjhPm/pz2u4Qlxu3ODst+DgiEBQRj1Zp5DvRQT9OEWo/iqYr3vs3X0QoYYDkqxvZaEKhQXI8P+xgRWZhbsbTwPFkDBShAAaUJMMBS2hPheihAAQrkElBCEJX7rabiz3OHVbl/lvvBHU46idc3jkdi+hVZnqfBEoBaOWVR0lwE2cjBGb/LOOx/Vpa5OGjeAp9nAG13LtQcz7XKHfFIzQ9drosBlsuEHEClAhEFdRjdJxCVIhhiqfQRctkUoAAFFCvAAEuxj4YLowAFtCSg1iDKmWew69JBKby6nnXDme7soxKBzmFR+HjZRJWs1v5lZkTWR89Grr9lkQGW/eZsqT2BgsEixDKiVpSf9opjRRSgAAUo4DUBBlheo+fEFKCAGgV8KYhy5vlsurAbIzeMQ7b5v3usnBmHfZQv4K/3x5ptS2HM1FZQaSpcBtGtf3L5ATDAcpmQA6hcwOgPfNQ3EA0rMMRS+aPk8ilAAQooRoABlmIeBRdCAQp4UuB+QZT1ZyGxihgAACAASURBVLnbuHpZeV53RDlzNM+TRo7OtebcVmnnFT++IzA6x4DorT9rq+CAIHSOWeFyTQywXCbkABoRGPNwIJpVZoilkcfJMihAAQp4VUCRAZar/6HoVVFOTgEKeEVAvBFPfMQ/P+4OoBhEyf9Ilp/ZiHc2T5B/Is6gKIHWYVH4QoPHCPv1XIUkndElawZYLvGxs8YExNsJW1Xz11hVLIcCFKAABTwtoMgA67PPPnP51eyehuR8FKCAugR8YUeUp57IP6fX4/0t2rsLyVN+ap9n+YHNKHTtgtrLuGP9r3dfhH1+RV2qiQGWS3zsrEGB93oZ0bYGQywNPlqWRAEKUMBjAooMsGbMmAHrbgqPSXAiClBA1QJFihSR1p/7LXnWkMqet+apungvLn5p/Fp8sNX1C6+9WAKndlHgbYTioY0/ujiKsrpPiJ6HZYbyLi2KAZZLfOysUYF3ehrRviZDLI0+XpZFAQpQQHYBRQZYslfNCShAAQpQwGWBJfFr8SHDK5cd1T5A47DSmLpsktrLuGP9CzpNww/BdVyqiQGWS3zsrGEBhlgafrgsjQIUoIDMAgywZAbm8BSgAAW0KMCdV1p8qs7X9L/j+xBx6YTzAyisZ1zbz/BlwVYurYoBlkt87KxxgXd7GtGOO7E0/pRZHgUoQAH3CzDAcr8pR6QABSigaYHY0+vxHu+80vQzdrS4V/yKYMC6WY52U2z7Hc3fxLvhPVxaHwMsl/jY2QcERvU2ok11Hif0gUfNEilAAQq4TYABltsoORAFKEAB7QusPLsZb236UvuFskKHBGqFlsLs2CkO9VFy4+MNn8ULpQe5tEQGWC7xsbOPCIzuY0SLqgyxfORxs0wKUIACLguoKsAymUyIjY3FtWvXEBMTgwIFCuQJYDabcejQIemP9PR0WCwWBAYGolKlSqhbty4CAgLsgjty5Ag2b95sV1txSXTXrl1hNN567fbly5exYcMGaa16vR6lS5dGs2bNpHXc/UlOTpbqEvV07twZfn5+ds3JRhSgAAU8KbDu/Ha8tmGcJ6fkXCoS+PXsvyh/Zo+KVpz/Ui8+8DAGVXrFpVoYYLnEx84+JPDpI4FoUon/7utDj5ylUoACFHBaQDUBlgiv1q9fj1OnTkkhUH4Blmi3ZcsWHDt2TEIRYZVOp0NWVpb018WLF0e7du0QFBRkE82RACs8PFwKn8R8KSkpiIuLQ2ZmJsqXLy/977lz51CoUCF06dLldshlXYAIyY4fP442bdqgTJkyNtfFBhSgAAU8LbD14l68uPZjWGDx9NScTyUCzxmLY8iqb1Sy2vsv81ql9njkgY9cqoUBlkt87OxDAn56YFy/QNQryxDLhx47S6UABSjglIAqAiyxi2r16tW4dOmSVOT9AiwROm3dulXaxfTggw9Ku67E58KFC1i7di1u3ryJGjVqoEmTJk6B5e4kdnht375dWk+nTp0gdmGJz44dO7B//340aNAAtWvXln5NzB0fH4/mzZvfXpP49StXrkhhV7FixdC+fXvuvnL5qXAAClDA3QJ7rxzBC2vGIMOU6e6hOZ6GBCqHlMCCuOmaqCizVF30aDzVpVoYYLnEx84+JhBs1OHzxwJRPVLvY5WzXApQgAIUcERA0QGW2E118OBB7Nu3D9nZ2dJOKutxwLx2YIk2//zzD65evYpatWqhYcOGd1iI3VtiF5cInMRxv7CwMEes7mh7/vx5KVQTa7w7lFq2bJl0hLBt27bS0UHxse7mqlatGpo2bXp7rFWrVknhmgivIiIinF4PO1KAAhSQQ+B4SjyGrxmD5MxrcgzPMTUm8GPiRVQ/sUn1VZkLlUbXNr+4VAcDLJf42NkHBYqG6vB5v0CUC2eI5YOPnyVTgAIUsEtA0QFW7iN84uhfxYoVpR1P/v7+eR4hTExMxIoVK6SgSxznK1q06B0IGRkZUsB1/fr1e0Inu7T+v5E4EihCqqSkJGlNrVr996pt8TMxh9jplTtks9YidoS1bNlSGkkcKxQhWNmyZe8Yw5G1sC0FKEABuQQS0i5h+JrROHcjUa4pOK7GBAYFlcQLK1zbuaQIEv9AdO620qWlMMByiY+dfVQgqoge4/sHIryAzkcFWDYFKEABCtxPQNEBlrgX6t9//0W9evWku6usgU9+AZa492rjxo3SXVNih1VeF6aLy9ITEhJw904oR74mYkfYzp07ERISkudOLjGH2IEl7toqVaqUNPTdO7CsF9KLME2Ebdbjh46sg20pQAEKyCWQmpWG59eMxpHkf+WaguNqUKB0UFH8ueJbTVQ2sOcKXNbZvi8zv2IZYGnia8AivCBQrdStECvYwBDLC/yckgIUoICiBRQdYN0tZyvAEqGSCJfEfVLisvS83jYoLkwXYZIIlkRw5OgnNTVV2mGVlpZ2xx1XucexznG/O7BOnDghhW0PPPCANA4/FKAABZQkIMKr7Yn7lbQkrkUlAjOSr6H+Idd2Lymh1De7/YU9/uFOL4UBltN07EgBNKzgh3GP3fvmbtJQgAIUoIBvC2gqwLInnLKnzf2+EtYL2gsUKIDo6Og832aY31sIxZFGEZqZzWYpBBO7sETQJnZy8UMBClBAKQJvb/oKK86q/x4jVzwtZguu703Ehb+O4MaxJMBiAXQ6hFYpgpK9qqFAnRLQ6bk7IC/jR0Ii8XrcZFf4FdF3YvRcLDVUcHotDLCcpmNHCkgC7Wr6492eRmpQgAIUoAAFbgswwHLgy5B795W4IF5cFJ/fRxwh3LBhA65duwa9Xo+oqCg0a9YMRqNR2iW2e/duNGrUSHojorhLa9OmTdIbCcX9XeHh4WjRogVESMYPBShAAU8KjNs5C7+fWObJKRU3lzkzB2dm78GVtafzXVvhJpEoN7QB/IIDFLd+by+omLEA/lk1x9vLcHn+nztOxfchdZ0ehwGW03TsSIHbAr0bBuCFTgaKUIACFKAABSQBBlgOfBGs91jld/eVPUNZQ7Dg4GBpN1ZWVpZ0Ibw4kijeWCju94qPj3fLmxLtWQ/bUIACFLAKfHvwN8w84Nqb11SvaQEu/H0U538+IJUS3rECSvWtgYCCRuTcyML5Xw7i8vJb94KV6FoJUU/UAbgR657HPvFGFprtXazqr8OKNp9gfKE2TtfAAMtpOnakwB0Cg1sbMKA5f7OAXwsKUIACFNBYgGW9XF1c+C6O5vn5+d3zjK1HCCMjI9GpUye7vwPiuF9cXBwuXrwovTVQXNDuzEfMLy6nF28iLF++PPbv3w9xLDH3pfLWY4q579ByZi72oQAFKGCvwMKTy/HZjhn2Ntdsu6ykmzjy/hpkXUlHsdZlUfbZ+tD55XqluwU4++NeJP5zAv6hBlQb3QaBkWGa9XC2sB6hURgVO9HZ7orot7P563gnvJfTa2GA5TQdO1LgHoGRMUZ0reNPGQpQgAIU8HEBTe3AkvMthOIo4NKlS6UdU61bt0a5cuUc/uqII4IiBBOXzLdv314K2FatWoWzZ8/eMab469WrVyMiIsKhkM3hBbEDBShAAQDrE3ZgxPqxtACQ/m8yjoxeC3OmCZVeb4ZCDUre43Lj6BUc/WgdLCZLvm18HTPEPwhr1s5XNcOJhs9geOknna6BAZbTdOxIgTwFPns0EI0r3vub0+SiAAUoQAHfEdBUgJWYmIgVK1ZI90iJ43ni0vTcn/T0dCmEEsf1mjdvjkqVKtn9pK1vDQwKCpIubw8NDbW7r7WhCKsSEhLQoUMHKZwSn9jYWFy6dAlt27aVjhCKj/Vti2InmTNvSnR4YexAAQr4rMDR5FN4dtUopOdk+KzBHf8/kSvAqjjiQRRuHHmPS9rJZBwVIVdW/iEXMYGxmTq03/GHaikuPtAXgyq96vT6GWA5TceOFMhTIDRQh68HBqJ88Vy7YmlFAQpQgAI+JaCpACs7O1t6u9/Vq1elC9bFReu5P6dOncL69eudul/KevSwZMmS0vFERz/WUEocXcx9/JA7sByVZHsKUMBdAteyUvHMylE4df2cu4ZU/TjZ1zKlcCojITXfI4TnfzuICwuP8AihjafdMSwKny5T7zHC6xXb4uFaHzv9nWaA5TQdO1IgX4Hy4Xp8/UQgQo28fJBfEwpQgAK+KKCpAEs8QHHR+tatW6XjeU2aNEHlypWl53rhwgWsXbsWN2/evOO+KXsfurhoXYyR+64qe/uK+7PETquUlBTpSKA4Qmj93O8OLFtvOrR3frajAAUokJfAS+s+weYLu4lzl0Dy1vM4+fVWwGK54xJ3U3o2EpeeQMLvh6QepfvXQkT3KrzEPZ9vkJ9Oj9U74hCUcV2V37HMkrXRo8l0p9fOAMtpOnakwH0FHqzkh08eCaQSBShAAQr4oIDmAiwRFoldVmK3lfgEBARIRwrF3VXiI47liR1Q4iig9XP9+nUsWbIEGRkZaNq0qRRS5f5kZmZKO7uSk5Pz/Lmt7431+GGVKlWk/rk/IlAT92KJO7ZyHyEsWLCgFHblXqetefhzClCAAvYKjN05E3+ciLO3uW+1swCphy7j9He7pZ1Yd3/8CxhRZlAdFG5aGjo9dwHc78vxgSkQ3bYsUOX3x1ywFLq2/c3ptTPAcpqOHSlgU6BXwwC82Mlgsx0bUIACFKCAtgQ0F2CJx2M2m3Ho0CHpD3HvlcVikY4Nijuv6tatK4VauT+2AqzU1FQp4BJBlqMXuFvDLxGgde3aFWFh976tSsy/YcMGXL58WVpWeHg4WrRogQIFCmjr28ZqKEABRQjMPbIIk/b+qIi1KHER5swcJPxxGIlLTsBiMt+7RJ0OxTtXQOSjNeEXxFe73+8ZtgyLwldqPUboZ0Dn7qud/ooywHKajh0pYJfAsA4G9G3MfwbbhcVGFKAABTQioKoASyPmLIMCFKCA1wTWnN+G1zd87rX5lT6xOCZ48qstuH7gEnR+ekQ+UkM6RugXHADxs6TN53D2x73SWwpDKhRGxZFNYSjy345epdfnjfXFHdqKwsnnvTG1y3M+0XMFEnXOPV8GWC7zcwAK2BT4+OFANK3MNxPahGIDClCAAhoRYIClkQfJMihAAQrYEvj3+jkMXvEO0rLTbTX12Z9fXHQU5xYcAHQ6VHylCQo3yeMthCeScOyzDTClZaNE10qIeqIO78G6zzfmTV0Y+m74QZXfqXe6/4mdfsWdWjsDLKfY2IkCDgmEBeoweVAgooryzYQOwbExBShAAZUKMMBS6YPjsilAAQo4ImC2mPHUindwKOmEI918qq3pZg6Oj9uIG0euoECdEqj0WlPoDXn8zr4FODNnDy7FnoSxeAiqjWmLgIJGn7JypNiGYZGYvmyyI10U03Zy1x+w2FjJqfUwwHKKjZ0o4LBAjUg9Jg9ybqekw5OxAwUoQAEKeFWAAZZX+Tk5BShAAc8IfLh1MpbEr/XMZCqdJTslA4ffW42sK+mIfKwmSva684UeuctK3nZeOmqoN/qh2getEVyhsEqr9syy/z55AKUuHvPMZG6c5deOk/FdSH2nRmSA5RQbO1HAKYEutf3xejf+RoJTeOxEAQpQQEUCDLBU9LC4VApQgALOCPx45C9M3jvPma4+1ceRACtl5wWcGL+JAZad35CX/Ivg8bWz7GytnGYr23yMzwu1dWpBDLCcYmMnCjgtMLSdAY88yEvdnQZkRwpQgAIqEGCApYKHxCVSgAIUcFZg44VdeGXdp85296l+5owcHP98E1IPXbZ5hPDcT/txcdExGIoFo9pHbXiRu41vygOhJfF97FTVfZ92NRuJt4v3dmrdDLCcYmMnCrgkMPaxQDSqwEvdXUJkZwpQgAIKFmCApeCHw6VRgAIUcEXgUvpVDFr+Fq5kJLsyjE/1Ffdanfl+j92XuBfvXBFlnqzLS9zt+Jb8ci4eFU7vsqOlcpqcbDAEz0cNdmpBDLCcYmMnCrgkUCxMh2lPBaFoqM6lcdiZAhSgAAWUKcAAS5nPhauiAAUo4LLAS+s+weYLu10ex5cGMKVnS3dbXT9wCTo/PUo+VA3hHSpIl7Sbs01I3nIeZ2bvgelmNgIjQlHlvZbSLix+bAs8ayyBZ1ZNt91QQS0Saz6EJyq/5tSKGGA5xcZOFHBZoElFP3z6aKDL43AAClCAAhRQngADLOU9E66IAhSggMsCU/fNx5zDf7o8ji8OkJV0Eye/2Iy0f/PfuWYsEYKKrz6I4HKFfJHIqZorhhTHz3HfONXXW51SK7RG39rOHcFlgOWtp8Z5KQAMaB6Awa0NpKAABShAAY0JMMDS2ANlORSgAAVWnduCNzd+QQgXBCwmM1J2XMDF/x1D2slkwGKRRgsqXQDhHSugWJuy0Bv9XZjBN7vOuXQJNY9vUE3xWREPoPuDM5xaLwMsp9jYiQJuE/iwjxEtq/Kf024D5UAUoAAFFCDAAEsBD4FLoAAFKOAugQtpl/H48jdwLTPVXUNyHAq4TeDxoJJ4aYV6LnM3F4hA13Z/OFU/Ayyn2NiJAm4TKBiswzeDg1C8AO/DchsqB6IABSjgZQEGWF5+AJyeAhSggDsFXl73CTbx3it3knIsNwqUCiqCv1fMcuOIMg+l90fnHmudmoQBllNs7EQBtwrwPiy3cnIwClCAAl4XYIDl9UfABVCAAhRwj8C3B3/FzAO/umcwjkIBmQSmp6Si4cHlMo3u/mGf6hmHBF2IwwMzwHKYjB0oIIvAoJYGPNEyQJaxOSgFKEABCnhWgAGWZ705GwUoQAFZBLZc3IsX146RZWwOSgF3CjwcUhpvxE1y55CyjvVet4XY7l/C4TkYYDlMxg4UkE1gXL9ANCzvJ9v4HJgCFKAABTwjwADLM86chQIUoIBsAjdzMjAgdiTO3rgo2xwcmALuEihiDEPsqh/cNZzs40zrOgd/Gys7PA8DLIfJ2IECsglEFtZj5tNBCORGLNmMOTAFKEABTwgwwPKEMuegAAUoIKPA6G1TsfjUahln4NAUcK/AhLRstNjzP/cOKtNov3WYiFmhDR0enQGWw2TsQAFZBTrX9scb3YyyzsHBKUABClBAXgEGWPL6cnQKUIACsgosOrUKY7ZNk3UODk4Bdwt0C43CB7ET3T2sLOOtbv0RxhZu7/DYDLAcJmMHCsguMDLGiK51/GWfhxNQgAIUoIA8Agyw5HHlqBSgAAVkFzh/IxH9Yl+DOELIDwXUJBDkb8SaDb9Bb8pR/LL3NB2BN0v0cXidDLAcJmMHCsguII4Qfvt0MEoV1sk+FyegAAUoQAH3CzDAcr8pR6QABSjgEYFX13+GDQk7PTIXJ6GAuwU+zfRDxx2/uXtYt4/3b/3BGFZmiMPjMsBymIwdKOARgSaV/PDpI4EemYuTUIACFKCAewUYYLnXk6NRgAIU8IjAgqOLMWHPHI/MxUkoIIdAh7AofLZM+ccIL9XohcervO4wAQMsh8nYgQIeE3iuvQEPN+GN7h4D50QUoAAF3CTAAMtNkByGAhSggKcETqSclo4O8kMBNQvooMPqPasQkpas6DJulG+FPnU+c3iNDLAcJmMHCnhUYOaQIFQsoffonJyMAhSgAAVcE2CA5Zofe1OAAhTwuMDwNaOxLXG/x+flhBRwt8D75iB03zzf3cO6dbysiJro/uBMh8dkgOUwGTtQwKMCdcv64csBPEroUXRORgEKUMBFAQZYLgKyOwUoQAFPCsw98jcm7Z3rySk5FwVkE2geVhpfL5sk2/juGNgcVhxd2//p8FAMsBwmYwcKeFzg6bYG9GvKo4Qeh+eEFKAABZwUYIDlJBy7UYACFPC0wIlrZ9Bv2QhPT8v5KCCrwLLD21E06aysc7g0uE6Pzj3XOzwEAyyHydiBAl4RmDEkCJV4lNAr9pyUAhSggKMCDLAcFWN7ClCAAl4SeHHtGGy5uNdLs3NaCsgj8Lq+IB5Z/708g7tp1Kd7xOGsPsSh0RhgOcTFxhTwmkD9cn4Y359HCb32ADgxBShAAQcEGGA5gMWmFKAABbwl8PPxpfhy12xvTc95KSCbQP2wSMxYNlm28d0x8PvdfsdW/5IODcUAyyEuNqaAVwWGdTCgb2MeJfTqQ+DkFKAABewQYIBlBxKbUIACFPCmwPm0RDy89GVkm3O8uQzOTQHZBP789zBKXzgs2/iuDjy9y/f4K7CKQ8MwwHKIi40p4FUBvQ74fmgQShfhWwm9+iA4OQUoQAEbAgyw+BWhAAUooHCBX9f3w/iEbIWvksujgPMCLwYUxRNrvnV+AJl7/tHha8wMbeTQLAywHOJiYwp4XaBFFT+M7sujhF5/EFwABShAgfsIMMDi14MCFKCAggUsFxfAdHAQkkJbYUxSJLZcT1fwark0CjgnUCO0JH6InepcZw/0Wtt6ND4t3MGhmRhgOcTFxhRQhMAb3YzoXNtfEWvhIihAAQpQ4F4BBlj8VlCAAhRQqoApHTmbqwOZCf+/Qh02h/TFiNNZSl0x10UBpwV+On8GleJ3ON1fzo57m76KN0r0dWgKBlgOcbExBRQhUDhEhx+eC0KIUaeI9XARFKAABShwpwADLH4jKEABCihUwHxsBMxn773cOj2kHqam1cDCKzcUunIuiwKOCzxtLIGhq6Y73tEDPeLrPYmhZZ9xaCYGWA5xsTEFFCPQo34AXu5iUMx6uBAKUIACFPhPgAEWvw0UoAAFFChgSdkA0862913Z4dCeeDpeBzMsCqyAS6KAYwLlg8Px6/IZjnXyUOvL1XtgYNU3HZqNAZZDXGxMAUUJfNE/EPXK+SlqTVwMBShAAQoADLD4LaAABSigQAHTznawpKy3ubKcwAr4ydQU0y5wN5ZNLDZQvMDsy1dQ69g6xa3zRrkW6FN3nEPrYoDlEBcbU0BRAtUj9ZgyKEhRa+JiKEABClCAARa/AxSgAAUUJ2A+Nx3moy85tK5zYZ3w5sVC+PdmpkP92JgCShIYEFQKr6yYoqQlSWvJLl4d3ZrNcmhdDLAc4mJjCihOYFgHA/o2DlDcurggClCAAr4swB1Yvvz0WTsFKKA8gewk5GyuBmQnO7w2i39hxPp3wehzfFOhw3jsoAiBkoGFsWjld4pYS+5FWELD0aXDXw6tiwGWQ1xsTAHFCRgDgLnDglE0lBe6K+7hcEEUoIDPCjDA8tlHz8IpQAElCoidV2IHliuf5NDmGJtSFutS0lwZhn0p4BWBadfS0OhArFfmvt+kXXttgBn2/4csAyzFPUIuiAIOC0TX9cdr0UaH+7EDBShAAQrII8AASx5XjkoBClDAYQHLtS0w7WjpcL/8OmwP6YuXTme7bTwORAFPCPQJKY234iZ5YiqH5ni2xzKc1ofZ3YcBlt1UbEgBRQt8OSAQdcvyQndFPyQujgIU8BkBBlg+86hZKAUooHQB0+5oWJKWu3WZN4NrY2ZGbfx8KdWt43IwCsglUMgQiuWrf5RreKfHHR3zGzYFlLK7PwMsu6nYkAKKFqhdxg8TBgYqeo1cHAUoQAFfEWCA5StPmnVSgAKKFrBcXADTwUGyrfFYaHcMPeOPDLNZtjk4MAXcJfBlugmtdv/truHcMs6MLrOxMLCq3WMxwLKbig0poHiB12KMiK7jr/h1coEUoAAFtC7AAEvrT5j1UYACqhAwba4BS/pxWddqMpbFb5YWmJhwQ9Z5ODgFXBWIDovC6GUTXR3Grf3/bD8B34Q1tntMBlh2U7EhBRQvULyADvOeD4afXvFL5QIpQAEKaFqAAZamHy+LowAF1CBgjh8L88lRHlvqhbAOeDuxKI6mZ3hsTk5EAUcEAv0MWL1pIfxzshzpJmvbda0+xCdFOto9BwMsu6nYkAKqEHi8RQCebGVQxVq5SApQgAJaFWCApdUny7ooQAF1CGQlImdjZcB807Pr9QvDCkMMRp318LyerZKzqVjg42x/dN72q2Iq2P/gKxgZ8bDd62GAZTcVG1JAFQI6HTD/+WCUKGj/20hVURgXSQEKUEBFAgywVPSwuFQKUEB7Auajr8B8bqrXCrsW2hTjr1XAymQeK/TaQ+DEeQq0C4vCOAUdIzxdbxCeLfus3U+LAZbdVGxIAdUIxNT1x4hoo2rWy4VSgAIU0JoAAyytPVHWQwEKqEbAcmM/TFvrK2K9u0L7YHh8jiLWwkVQwCqweu86hN64ogiQK9W7Y0DVt+xeCwMsu6nYkAKqEpj6ZBCqleJlWKp6aFwsBSigGQEGWJp5lCyEAhRQm4DpwABYEpVzRCozuCZmZdTDvEupaqPkejUq8J4lGD03zVNEdWnlmuGhuuPtXgsDLLup2JACqhJoXsUPH/UNVNWauVgKUIACWhFggKWVJ8k6KEABVQlYktfCtKuDItd8Mqwbhp814loOd2Qp8gH50KKahpXGpGWTFFFxdvGq6NZstt1rYYBlNxUbUkB1AmMfC0SjCn6qWzcXTAEKUEDtAgyw1P4EuX4KUECVAqY9MbBcjVPs2s3GSCxEG3x5nndjKfYh+cjClh7dhfAr8V6v1hJSFF06LrJ7HQyw7KZiQwqoTqBOGT98NZC7sFT34LhgClBA9QIMsFT/CFkABSigNgHLlcUw7e2timUnhrXDqEvh2J+WoYr1cpHaE3hNXwiPrbd/55OcAjG9NiAH9r2BjAGWnE+CY1PA+wLv9zaidXV/7y+EK6AABSjgQwIMsHzoYbNUClBAGQKmna1hSdmkjMXYswp9ENYE9sTbZ27a05ptKOBWgXqhkZgZO9mtYzo72LAe/+BffQG7ujPAsouJjSigWoGqJfWY9lSQatfPhVOAAhRQowADLDU+Na6ZAhRQrYAl8TeYDvRX5fpTQxtjwvXK+CeJxwpV+QBVvOiF8ccQdf6A1ysY0+1XbPCPtGsdDLDsYmIjCqha4K3uRnSsxV1Yqn6IXDwFKKAqAQZYqnpcXCwFKKB2AdP2B2G5vlPVZewNfQjPxZtUXQMXry6B4QHF8OSamV5f9KzOs/BbUHW71sEAyy4mNqKAqgUqFNfj26e5c3V5ZwAAIABJREFUC0vVD5GLpwAFVCXAAEtVj4uLpQAF1CxgubgApoOD1FzC7bVnBVXDnOwG+P4id2Np4oEqvIhqIRGYGzfN66v8u/1XmBbWxK51MMCyi4mNKKB6gZExRnStw11Yqn+QLIACFFCFAAMsVTwmLpICFNCCgGlbI1hS92ihlNs1xIdF46XzQbiclaOpuliM8gTmJ5xDlVPbvLqwDa3ex5gine1aAwMsu5jYiAKqFyhXTI/vnuUuLNU/SBZAAQqoQoABlioeExdJAQqoXUBLu6/ufhZmQwQW6dth3Lk0tT8mrl/BAoMDIzBspXd3YR1o8hJeK/moXUoMsOxiYiMKaELg9RgjunAXliaeJYugAAWULcAAS9nPh6ujAAU0ImDa1gSW1F0aqSbvMi6HtcGHVyKwK5VvK9T0g/ZScWWDw/H78hlemv3WtGfqPo5nyj1n1xoYYNnFxEYU0IRA+XA9Zj3DXViaeJgsggIUULQAAyxFPx4ujgIU0IKAmt886LC/LgDrg3vjjdOZDndlBwrYEph1NQl1jqyx1Uy2n1+tFoP+1d6xa3wGWHYxsREFNCPwVg8jOj7Au7A080BZCAUooEgBBliKfCxcFAUooCUB045WsFzbrKWSbNaSFtIQk25UxaKrvOTdJhYb2C3QP7gUXl0+xe727m6YXrYpetf7wq5hGWDZxcRGFNCMQJWSekx/iruwNPNAWQgFKKBIAQZYinwsXBQFKKAVAcuVxTDt7a2Vchyu40BoLzwTb3G4HztQIC+BEoGFsHjlbK/h5IRXRkzzOXbNzwDLLiY2ooCmBD54yIhW1bgLS1MPlcVQgAKKEmCApajHwcVQgAJaEzDt7gpL0gqtleVQPdlBlTE3uzG+vcjdWA7BsXGeAlOu30ST/f94RccSXBhdOi22a24GWHYxsREFNCVQu4wfJgwM1FRNLIYCFKCAkgQYYCnpaXAtFKCApgQsyWth2tVBUzW5UsyZsC4YkRCG85lZrgzDvj4u0Du0NN6JneQ1hZ491yFD52dzfgZYNonYgAKaFPi8XyAalLf9zwhNFs+iKEABCsgswABLZmAOTwEK+K6Aaf9jsFz6w3cB8qjcElAMS/w64pNz6XShgFMCBQJCsHLNXKf6uqPT8B5LcUJf0OZQDLBsErEBBTQp0KyKH8b05S4sTT5cFkUBCnhdgAGW1x8BF0ABCmhRwHJjP0xb62uxNLfUlBTaCmOSIrHlOoMst4D62CDjb1rQZtefXqn605hfsDagtM25GWDZJGIDCmhWYPrgIFSJ0Gu2PhZGAQpQwFsCDLC8Jc95KUABTQuYj7wA8/kZmq7R9eJ02BzSFyNO80ih65a+NULXsCh8tGyiV4qe3flb/BJUw+bcDLBsErEBBTQr0LWOP0bGGDVbHwujAAUo4C0BBljekue8FKCAdgWyLiFnfaR263NzZekh9TA1rQYWXuEl726m1exwBn0AVm9dBEPWTY/X+L92X2BKgaY252WAZZOIDSigaYGfXwxGeJhO0zWyOApQgAKeFmCA5WlxzkcBCmhewHzqY5j/Ha35Ot1d4OHQnng6XgczLO4emuNpUGBMjgFdtv7s8co2tRyF0UW72JyXAZZNIjaggKYFBjYPwFOtDZqukcVRgAIU8LQAAyxPi3M+ClBA8wI5G8oCmQmar1OOAnMCK+AnU1NMu8DdWHL4amnMNmFRGO+FY4SHGr+IV0s9ZpOSAZZNIjaggKYFCgXr8McrwZqukcVRgAIU8LQAAyxPi3M+ClBA0wLmCz/AfOhpTdfoieLOhXXCmxcK4d+MTE9MxzlUKrBy3wYUSL3k0dWfrTMQT5cfZnNOBlg2idiAApoXGNHViJh6/pqvkwVSgAIU8JQAAyxPSXMeClDAJwRMO1rCcm2LT9Qqd5EW/8KIDeiC0Wf5pkK5rdU6/juWEPTeNNejy0+q2hX9qr9nc04GWDaJ2IACmheoWlKPaU8Fab5OFkgBClDAUwIMsDwlzXkoQAHNC1iS18G0q73m6/R0gcmhzTE2pSzWpaR5emrOp3CBJmGlMWXZJI+uMr1ME/Su/5XNORlg2SRiAwr4hMD4/oGoX87PJ2plkRSgAAXkFmCAJbcwx6cABXxGwHzwKZgvzvOZej1d6LaQvnj5dLanp+V8ChdYfGwvSlw+6bFV5hSriJgWP9qcjwGWTSI2oIBPCLSr4Y93exl9olYWSQEKUEBuAQZYcgtzfApQwDcEsi4iZ32Ub9TqxSpvBtfGzIza+PlSqhdXwamVJDDCrzD6rfvOY0uyBBZEly5Lbc7HAMsmERtQwGcEfnohGMUL6HymXhZKAQpQQC4BBlhyyXJcClDApwTM8WNhPjnKp2r2ZrHHQntg6Bk/ZJjN3lwG51aAQJ3QUpgVO8WjK+ndax3Scf8jQQywPPpIOBkFFC0wqJUBT7QIUPQauTgKUIACahBggKWGp8Q1UoACihcwba4OS/oJxa9TSws0GcviN0sLTEy4oaWyWIsTAr+fPoGy5/Y50dO5Li91X4yjfoXv25kBlnO27EUBLQpEFNRh/vBgLZbGmihAAQp4VIABlke5ORkFKKBFAcuVxTDt7a3F0lRR04WwDng7sSiOpmeoYr1cpPsFhhnCMXj1DPcPnM+IY2N+wuqAMgywPCbOiSigfoHRfYxoUdVf/YWwAgpQgAJeFGCA5UV8Tk0BCmhDwLT/UVguLdRGMWqtwi8MKwwxGHX2plor4LpdEKgSUgLz46a7MIJjXed0nomfgmoywHKMja0p4NMCzav44aO+gT5twOIpQAEKuCrAAMtVQfanAAV8WyDzPHI2lPNtAwVVfy20KcZfq4CVyTxWqKDH4pGlzL2YgGont3hkriXtxmNSgWYMsDyizUkooB0BcYxQHCfkhwIUoAAFnBNggOWcG3tRgAIUkATM8Z/DfPJdaihMYFdoHwyPz1HYqrgcOQWeDIrA8BXT5Jzi9tibW7yLD4tFM8DyiDYnoYB2BJ5qZcBAXuaunQfKSihAAY8LMMDyODknpAAFtCRg2lIHlrRDWipJM7VkBtfErIx6mHcpVTM1sZD8BcoEF8Mfy2d6hOhw4+F4pVR/Blge0eYkFNCOQFQRPeY8F6SdglgJBShAAQ8LMMDyMDinowAFtCNgSV4D066O2ilIo5WcDOuG4WcNuJZj0miFLMsq8G1SCuoeXiU7yLna/TGkwnAGWLJLcwIKaE/g836BaFDeT3uFsSIKUIACHhBggOUBZE5BAQpoU8B8+DmYE77TZnEaq8psjMRCtMGX53k3lsYe7R3lPBYcideWT5a9xOQqXfBYjVEMsGSX5gQU0J5A59r+eKObUXuFsSIKUIACHhBggOUBZE5BAQpoUMCSg5y1xQBTmgaL025JiWHtMOpSOPanZWi3SB+uLNxYEEtXfS+7wM2oRujV4GsGWLJLcwIKaE/ATw8sHhkCg7/2amNFFKAABeQWYIAltzDHpwAFNClguTgfpoNParI2zRelD8KawB54+wxDLC0+60mpGWi6b6mspZmKlkd0y3kMsGRV5uAU0K6A2IEldmLxQwEKUIACjgkwwHLMi60pQAEKSAKmvT1huSLvfySTWl6B1NAmmHC9Iv5J4i46eaU9O3rP0Ci8FztR1kktxjB06bqMAZasyhycAtoVaFTBD2MfC9RugayMAhSggEwCDLBkguWwFKCAhgUyE5CzoayGC/St0vaGPoTn4nnBu1aeemhAMFavuf/uKHfU2rfnGqTqAvIdKmdLbXdMwzEoQAGNCvz0QjCKF9BptDqWRQEKUEAeAQZY8rhyVApQQMMC5rOTYD72moYr9L3SsoKqYU5WA3yfyEvetfD0x2UA7XYulLWUV3osxmF9YQZYsipzcApoV+C59gY83CT/EFy7lbMyClCAAs4LMMBy3o49KUABHxUw7WwNS8omH61e22XHh0XjpfNBuJyVo+1CNV5d57AofLxM3mOEn0cvwEpD/jsxuQNL418ylkcBFwWqR+oxZVCQi6OwOwUoQAHfEmCA5VvPm9VSgAIuCljSj8G0uaaLo7C7kgXMhggs0rfDuHO8G0vJz+l+a/PX+2HNtn9gzJRvR92Pnb/B/KBa+S6DAZZavz1cNwU8JzD72SCULab33ISciQIUoIDKBRhgqfwBcvkUoIBnBczx42A++Z5nJ+VsXhG4HNoGH16NwK7Um16Zn5O6JjA6x4jorT+5Nsh9ei9tNw4TC7RggCWbMAemgPYFnmplwMAWPEao/SfNCilAAXcJMMBylyTHoQAFfELAtP1BWK7v9IlaWSQAXQDWB/fGG6czyaEygVZhUfhSxmOEW1u8g/eLxTDAUtn3gsulgJIEKpXQY8YQHiNU0jPhWihAAWULMMBS9vPh6ihAAQUJWNIOw8Q3iynoiXhuKWkhDTHxRlX876p8R9I8V43vzLT8wGYUunZBloKPNHoeL0cOYIAliy4HpYDvCMx6Ogjli/MYoe88cVZKAQq4IsAAyxU99qUABXxKwBw/FuaTo3yqZhZ7p8CB0F54Jt5CFpUIvKULQ58NP8iy2vO1H8PgCi8ywJJFl4NSwHcEnmxlwOM8Rug7D5yVUoACLgkwwHKJj50pQAFfEjBtbwbL9e2+VDJrzUMgO6gy5mY3xrcXuRtL6V+QxmGlMXXZJFmWmVK5Ex6t+QEDLFl0OSgFfEegSoQe0wfzGKHvPHFWSgEKuCLAAMsVPfalAAV8RsBy8wRMm6r7TL0s1LbAmbAuGJEQhvOZWbYbs4XXBP53Yj8iEo+7ff6M0g3Qs2H+4RjfQuh2cg5IAc0KzBkahKiiPEao2QfMwihAAbcJMMByGyUHogAFtCxgPjMR5uMjtVwia3NCwBJQDEv8OuGTc2lO9GYXTwi84l8EA9bOcvtUpiLlEN1qfr7jMsByOzkHpIBmBYa2M+CRB/k2Qs0+YBZGAQq4TYABltsoORAFKKBlAdOuTrAkr9ZyiazNBYGroa3wcVIktlxPd2EUdpVDoFZoKcyOneL+oQ0h6BwdxwDL/bIckQI+J1C7jB8mDAz0ubpZMAUoQAFHBRhgOSrG9hSggO8JZF1GzvpSvlc3K3ZQQIfNIX0x4jSPFDoIJ3vzX8/+i/Jn9rh9nkd7rkaKzpDnuNyB5XZuDkgBTQv89lIwioTqNF0ji6MABSjgqgADLFcF2Z8CFNC8gOXCjzAdGqL5OlmgewTSQ+phaloNLLzCS97dI+r6KEONxfH0qm9cH+iuEV7rvggH/IoywHK7LAekgO8JjIwxomsdf98rnBVTgAIUcECAAZYDWGxKAQr4poDpQD9YEn/3zeJZtdMCh0N74ul4HcywOD0GO7pHoFJICfwUN909g+Ua5cvo+YgzlGOA5XZZDkgB3xNoWc0fHz5k9L3CWTEFKEABBwQYYDmAxaYUoIBvCuSsKQKYUn2zeFbtkkBOYAX8ZGqKaRe4G8slSDd0/iHxImqc2OSGkf4bYl6n6ZgbXJsBlltVORgFfFPAGAAsfT3EN4tn1RSgAAXsFGCAZScUm1GAAr4pYElaAdPurr5ZPKt2m8C5sE5440IhnMrIdNuYHMgxgUFBJfHCiqmOdbLRelnbsZhQsCUDLLeqcjAK+K7A2EcD0aiin+8CsHIKUIACNgQYYPErQgEKUOA+Aubjb8B8ZgKNKOCygMW/MGIDumD0Wb6p0GVMJwYoHVQUf6741ome+XfZ1vwtjArvzgDLraocjAK+K9CncQCe75D3iyF8V4WVU4ACFPhPgAEWvw0UoAAF7iNg2loPlhsHaEQBtwkkhzbH2JSyWJeS5rYxOZB9AjOSr6P+oRX2Nbaj1bFGz+HFyMcZYNlhxSYUoIBtgbLF9Jj9bJDthmxBAQpQwEcFGGD56INn2RSggG0By81TMG2qYrshW1DACYFtIX3x8ulsJ3qyi7MCj4RE4vW4yc52v6dfQq1H8VTFlxhguU2UA1GAAj8OC0JkYT0hKEABClAgDwEGWPxaUIACFMhHwHx+FsxHhtGHArIJ3AyujRk3a+OXy3xJgGzIuQYuaiyAZavmuG2qa5U74pGaHzLAcpsoB6IABV7pYkD3+gGEoIBPCEydOhWffvqpXbVGRkZi8eLFKF68uF3tvdXo5Zdfxu+//4533nkHw4cP99Yy8p13+fLlePLJJ9G3b19MnDhRceuztSAGWLaE+HMKUMBnBUwH+sGS+LvP1s/CPSdwLLQHhp7xQ4bZ7LlJfXSmr29kofnexW6pPiOyHno2msIAyy2aHIQCFBACrar544OHjMSggE8IMMDy/GNmgOV5c85IAQpQwCMCOesigOyrHpmLk1DAZCyLXy0tMCnhBjFkFOgRGoVRse75HUdT4TKIbv0TAywZnxeHpoCvCYQF6vDXiGBfK5v1+qiANcBq2rQpfvjhB4SEhKhegjuw5H2E3IElry9HpwAFVCpgub4Npu3NVbp6LlvNAhfCOuLtxCI4mp6h5jIUu/YQ/0CsXvsTdLC4vsaAIHSOyftS+JwttV0fnyNQgAI+KTB5UBBqRPIeLJ98+D5WNAMszz9w7sDyvDlnpAAFKCC7gPn05zCfeFf2eTgBBfIU8AvDCkMMRp29SSAZBMZm6tB+xx9uGblfz1VI0t173IcBllt4OQgFfFJgSBsD+jfjPVg++fB9rGhXA6yTJ0/i22+/xT///IMrV65IegEBAWjVqhVeffVV1K1bFzqd7g7VjIwM6S6tadOm4ejRo9LPihUrhkceeQQvvfQSwsLC7mhvMpmwdOlSTJgwwa72uXdgtW7dGm+//TZ27doljVm/fn28++67aNKkyT3rEj9PTU3F3Llzpd1o586dk/qULl0aQ4cORf/+/REYGHjPN8TRevILsMTcr732GpYsWYI6dergu+++Q8mSJRX3jeQOLMU9Ei6IAhRQgoBpTwwsV+OUsBSuwYcFroU2xfhr5bEyOc2HFdxfesewKHy6zD3HCF/vvgj7/Ires0gGWO5/bhyRAr4i0LCCH8Y9du9/qPpK/azTdwRcCbBE0PLcc8/BbDZLoVV4eDhycnJw6dIlCVCv1+Obb75BTEzMbVAR0gwbNgyrV6+Wfq1gwYIwGo23+5QvXx4///yzFBpZAyVrqGNtHxQUJLUX85YqVQpz5sxBzZo1b89hDbCqV6+OEydOIDs7W7p4/saNG0hPT5faiRBLrCN3uHbw4EHpcvWEhASpjegjwrOrV29dZ1K1alX8+OOPt9cmfu3ChQsYMmQI9u7dK7UpWrQo/Pz8btdTpEgRzJs3TwqkrJ+8AiwRgr333nv46aefFB1eiRoYYPnOPx9YKQUo4IBAzuoCgJm7XxwgY1MZBXaF9sHw+BwZZ/CtofU6PdbsXI6gm9dcLnxC9FwsM1S4ZxwGWC7TcgAK+KxAgB+w7E313wXksw+Qhdst4GyAdebMGfTu3RuJiYkYO3Ys+vXrJwU34pOSkgIRIq1YsQItWrTA999/j+DgYFgsFnz44YeYNWsWypYtK+0wEiGTtc8zzzyDTZs2oWfPnpg0aZI0Xn7tRRAm3p4oAiWxy0uERIULF5bGsgZY4s/F/F9//bW0k0mEUb/++iveeOMNqd38+fOlnWLik5ycjIEDB2LPnj139BE/O3v2rLQDS4RUor1Yv7grTIR14i2HYjdZpUqVpLAudz2vv/66tHNM/EyEctbdVHcHWGIc8cZEsZ68QjK7H6aHGjLA8hA0p6EABdQjYEnZANPOtupZMFfqEwKZwTUxK6Mu5l3iJe/ueOAfmAPRbfMCl4da0GkqfgiuywDLZUkOQAEK5BaYMDAQtcvc+g9yfiigVQF730J49yXvcXFxGDlypLRbSBwhvPto3bZt2/Dwww+jRIkSUsAjdjOdPn0avXr1ksKiX375RTrGl/tz5MgRDBgwAJUrV8b06dOlI4mifWZmJn777TfUq1fvjvZpaWkYNGgQNm/eLB1HFMGX+FgDrHLlykn9xC4t60eEaOPHj8fEiRNvB2X+/v74+++/8fzzzyOvPqJvfHy8FNhdvnxZOmLYtm1b7Ny5E3369IHov3DhQtSufefdm7lDsY8//hhPPfWUtIzcAdaXX34p7bwSY969+0yp3zkGWEp9MlwXBSjgNQFz/FiYT47y2vycmAL3EzgZ1g3DzxpwLcdEKBcEWoRFYYIbjhHGtf0MXxa89TuouT/cgeXCw2FXClAAg1sbMKA578HiV0HbAs4GWLZU9u3bh4ceegjiCJ01wBK7kcQuK3vfeChCoRdffBHt27eXQjJx1PDuz8yZMzF69GhpB9gXX3wh/dgaYIn7tN588817+ohdViJ4EuGaCK7E/Vtinj///FO6gyuvPmKQUaNGYfbs2Rg8eDDGjBkj7RIbN26cdERSBGgiyLr7I3aGifFy12ANsEQgJnZciR1sagmvRH0MsGx9+/lzClDA5wRMe7rDcnWZz9X9f+zdB5QUxb4G8G9zJgiSg0TJOUuOSzQBAmJEQTGjmPUZUATFgAlFTBgQFUVFAZEgiKAgCCg557w5znS/8++9vc4uszszuxO6e74+x3PfZbur/vWr5j75qKrmgM0joETVwAJ0x4yjPBurNLO25N/1uOj80dI0gQ2XPYTHLh7GAKtUinyYAhQoLNC+bhhe4DlYfDEsLlDSLYSFWVJSUrSzoiS4kvOt5B9ZQVW9evX8AEvva/jw4doKKFeXhEMSEunnazm7X1ZhJScnFwjF9ABLQq9BgwZd8JicnzVkyBCcO3dOWzlVr169/JVccp5Wv379nJZWOIySrYhfffWVtv1PthI6u1avXq2Fa7Kq7Ouvv9YCPT3AkvO3ZEWYXPLr0pYEWka/GGAZfYZYHwUo4HcB26qLAFuq3/tlhxTwVOBkQm88cepibE3P8vRR3g/goZAyGL7mw1JZ7G43HnfWuIEBVqkU+TAFKFBYIDYyBN8/EEsYClhaoDQBlhxg/vLLL2vb9OSgdMdLzq+SM6dKE2A5nmXlahIcV3XpzxUVRpU0wNKDJ70vCa5cBVjOVqLp7ciY5CwwObtLVoVJqCbz4Wwll6vx+/PnDLD8qc2+KEABwwuoKRth/7OT4etkgRTIFwiNwcroYXjkEEMsT9+KdgnV8fbi1z19rMD9J5qNwA3172WAVSpFPkwBCjgTePumGDSsGkocClhWoKQB1pEjRzBq1Cjs379fO6C9W7duaNeunfY1QPnn6NGj2jY9xy2Enq7A0rfsOW4PdGci3F2BJSu3ZNughEj6WVrurMDStwzK1xFdBVj6Ciw5H0u+MChfXdQDLNk2KKu65IwvWZUmK8JkxZm4GfligGXk2WFtFKCA3wWUw29C2XXhH0b9Xgg7pICHAqnxHfBySgMsPsdD3j2hW7j3H1Q7sdOTRwrcm1y/D0Y2e4YBVokF+SAFKFCUwJ39I3FlO56DxTfEugIlDbD0cEm+8idf5UtISCiApJ8zVaFChfwthPqZVkWdgSWBkhziLoefyyHusnpJzo9y98wsvQA9wJJn5Uyrwpd+wLysDtPPwJo0aZL2hcKizsCSrX5y2LoEXPoZWLpdcWdgyRcY5TlnZ2A5bqV855138Mwzz2hhmhxwX7NmTcO+dAywDDs1LIwCFAiEgH3bdVBPzgtE1+yTAl4R+Dv+Ktx2gAe8u4t5d/hFuG7Ve+7efsF92dVaYViHNxlglViQD1KAAkUJ9G4ajscuv/DgaIpRwCoCJQmwHL/+5+z8J8cv/TluIdy9e7f2VUF53tlXCNevX49rrrlGC3FkZZOcqSUHnWdmZjq932az4eGHH9ZCqDFjxuDJJ5+EbF3UA6xWrVppK5xki55+SW1PPfWUFrqNHDlS2wIpZ1G5+xVC2X4ooVT//v09+gqho5PjVwj1s8BSU1O1VWBiICHe888/b9ithAywrPK7n+OgAAW8ImBf2xBq5n6vtMVGKBAogZyYRvgwpy0+OMnVWK7moGl8VXy45MIAytVz+s+VcjUwsOcXDLDcBeN9FKCA2wJVy4Xgk4k8B8ttMN5oOoGSBFgSAukrllq3bq19ma9SpUra2DMyMjBnzhxMnz4diqIUOAPLMTySkErua9y4sfbc4cOHMWHCBPz999/5h6JLQCWrl+bOnYtq1arh1VdfRZcuXbTASX4mQZKsWpLr008/RffueV8kdjw7SwKwqVOnaivE5EwueUa+WhgfH6+d3dWsWTPtGVn1NXbsWO0sKllVJn1VrVr1gtqkDwm/4uLitBrk8Hb5ymL9+vUxa9as/PEkJSVh8uTJkC8vys/mzZuX356zAEs60gM8qVNsJCQz4sUAy4izwpooQIHACGQfhW3NJYHpm71SwAcC+xMG4Z6jMTidY/NB69Zpct6Rg6h3cGPJBhQehQFDll/wrG1di5K1x6coQAEKOAh8cVcsKiaE0IQClhQoSYAlEBL0yNlU8vVBufQAS1YoydWrVy/s2rVL+0KgnDPVpEkT7ddlpdHtt9+ufaVQLtliKKum9OdkO96MGTPytyQWvl/OkJLw6PTp0/kHx8vKq/Hjx2vBllx6gDVs2DAtXNLrk1olYAsNDdUOSx86dGj+M3LPP//8gxtvvBHHjh3Lf0bCJFkJJpd8IfDjjz9GjRo18t8FOch+3LhxWvDmbDxyBpisAmvZsmX+M0UFWI4Bn/QlWxorVqxouPeOAZbhpoQFUYACgRJQTy+EfcvwQHXPfingEwElsgq+C+2NaUfSfdK+FRq9NaoSxi+fVeKhjL18GU6HxBR4ngFWiTn5IAUo4CDw9PBodG0YRhMKWFKgpAGWYEhANWXKFC2MktVWERER2iqo++67D82bN8fEiROxaNEi7Z6bbrop3y8rK0sLluTA8r1792q/LqGQPCdbDKOjowv+/3ObTWtHttvt3Jl3Zqbel6zQatiwYYH79QBLVltJ2CXndclzElxJsObsGb0BCczkPCpZnSUH1ctVr149LaSS7Y2Fa5Ofy3hkS+RHH32UX1+QHbClAAAgAElEQVTlypW1bY2yqqzw+WBFBVjSlgRicjj+nj17cMstt2jbHfVgzigvIAMso8wE66AABQIuoOx9HMqBaQGvgwVQwBcCpxN64qkzVfBXaqYvmjd1m/XiKmHe0pIHWA8P+Rabwi8u+C+8XIFl6neCxVPAKAJjukRgXM9Io5TDOihAAQoEVIABVkD52TkFKGAkAfumgVDPLTNSSayFAt4VCInA6tgr8eDBbO+2a4HWPjx1Ck13rynRSF4bNBc/RtZlgFUiPT5EAQoUJ9CuThimjS64IoRiFKAABYJVgAFWsM48x00BClwgYPu1MpB7jjIUsLxAWlw7zEy7FN+f5SHv+mRfF1MNdy97o0RzP6/fm/ggrhUDrBLp8SEKUKA4gdioEHx/Pw9y51tCAQpQQAQYYPE9oAAFKABAzdgD++95XyLhRYFgEdgWfyVuPaAEy3CLHWe1mIuwcNl7JbJY1vM5vFiuJwOsEunxIQpQwJXAx7fHoHr5UFe38ecUoAAFLC/AAMvyU8wBUoAC7gioJ7+EfdsYd27lPRSwlEBuTAPMze2A2Se4GuvtpFS0++dnj+d342WT8ejFVzDA8liOD1DATQFVRcqRDdi/YhrO7fkFqj0XIWERKF+3By7pORnlancB/vcFMGctqood53b/jAOrXkLKoT+gqgrCIuNQ8dJEXNL7EcRVauRmISW7LT4sHfVi96NixFlkKjE4nFVd+8fd68kro9Cjcbi7t/M+ClCAApYVYIBl2anlwChAAU8EeIC7J1q814oChxISMelYAo5m51hxeG6NaXhcDTy0dKZb9zretKftrbij5o0MsDyW4wMUcC0gYdWBlS9i//Lni7y5apuxaDh0hhZKFb7sOenYufAenNg8r8jn6/Z9ArW7T9JCMW9fVaJOolf5NQgLsRdoeldGPfyR3Nat7niQu1tMvIkCFAgCAQZYQTDJHCIFKOBawL55KNSzi13fyDsoYGEBNeJiLArrh+eOpFt4lEUP7aLIBCxZ8ZHHYz/R9Grc0GASAyyP5fgABVwLHP1jjhZAyVWl9RjUT5yCyPhKyM04h0OrX8XBX1/Wflazy0Q0GDSt4EosVcXuHx/C4bVvaffU6fMYana5A+HRZZCVfAR7Fz+Bk1u+1H526eWvoXqHca4L8vCOwRWXonxEktOnVp7viiNZ1Vy22KFeGKZew4PcXULxBgpQwPICDLAsP8UcIAUo4I6AfU1tqNnH3LmV91DA8gJn47tjyrnqWJeSYfmxFh7gy+k2dNv8nUfjTqnXCyOaTynwjG1dC4/a4M0UoMCFAjlpp/DXe4nIOL0LlZpdiaYj3y+4SkpVse+XKTiwYhqiylRDm/FLEVP+kvyG0k/+i43v9oMtKxmX9HoIdfs8XiDgktVd/8y/Gae2fYMyNduj1Y0LtXDLW1f58GQMvnhJkc0lJSXh+PHj3uquxO3UrVvwK6olbogPUoACJRLYt29fiZ7z5UNlypTB448/7ssuStQ2A6wSsfEhClDAUgI5J2FbXcNSQ+JgKFB6gRD8HjcCkw5ml74pE7UwJL4m/m/Jax5VnF21BYZ1fLvAMwywPCLkzRRwKnBm+yJs+eQahISGo/UtP6Fc7c4X3Jd08Hdsem8gVMWGljcsQIWG/fPvkdVZe5c8iciEymg7fhliLqpzwfMn/v4C/84fh7CoBLS9dSniqzb32mxUiTyFvhVWFtleamoqjhw54rX+2BAFKEABbwkwwPKWJNuhAAUo4GUB9dwvsG9K9HKrbI4C1hDIiGuNN9ObYMGZ4DjkPSY8CivXfIlQu83tCVTKVsPAXnnbkPSLAZbbfLyRAkUKnNnxE/YtewZQFbS66Xtt62Dh69zeFdj8wTDtl1vd9B0uqtcr/5aj62fj0G9vILZCPTQbPdfpGVn6FsWImPJoM2EZ4i6+1GszEhmag5GVvy2yve3JNbArxfUWQmngtr6RaFglzGu1sSEKUIACrgSMuDqTK7BczRp/TgEKWF5AOTwTyq77LT9ODpACpRHYHn85bjkQAgVqaZoxxbPP54Sh358FA6liCw+LwIChBVdZMMAyxVSzSJMLyBbAHd/eheN/feJ0C6Gr4dmyUrBl7nAkHVjrky2E0n+7MpvRKG7XBaVkK1H4/nQispQoV2VqP7+jXySuau/9Q+bd6pw3UYACFDCIAAMsg0wEy6AABQInoGy/DcqxOYErgD1TwCQCtui6+NzeGW8dt/ZqrD4JNfHCYs+2EV4/bBlOhsbkzyQDLJO81CzTlAISXKUc2aitzjq/71eEhIRqK6wubnq5W+NRbFk4t3sZ9i59GumntiM8uixa3bQQZWq0c+t5T29qW2YzGjuEWKdzKmJjSkucya3gdlODW4Vj0iD3wi63G+WNFKAABUwmwADLZBPGcilAAe8L2Dd0h5r8u/cbZosUsKjAkYQBePB4WezPsu75WCs3r0Rc+jm3Z/DRod9gY9h/25sYYLlNxxsp4LaABE9bP7sWZ3f+dzB6ZEIVNB3xHsrX7VHwC4ROWs3NOIu/Zg9A+qkd+T+Nq9QIzUZ/AvlPX17hITbta4RZSjRSbfEed9WsRhheu55fIvQYjg9QgAKWEmCAZanp5GAoQIGSCNhWVQJs50vyKJ+hQNAKqOHlsSQ8EU8fseaXCp9QYjDs90/dnt/XB36EH6Lq59/PAMttOt5IAbcF7Nlp+PujKyEHtzteMRfVReOr3kK5Ol2LbSs7+Sg2zOqF7JSCXx0uU6MtmoyYg9iK//0edrsoP92YEB2CbyfF+qk3dkMBChQW2LZtGzZu3IgqVapgwIABbgFlZmZi8eLFSEtLQ69evVCjhmcfjcrNzcXmzZuxZ88eZGVlISQkBLGxsWjSpIn2T2ho6AV1SJ1btmxBdnY2oqKi0Lx5czRt2tTpvf/++y/+/PNPtG7dGi1amOPryQyw3Hr1eBMFKGBZgexjsK2pbdnhcWAU8LXA+fiumHq+FlYnp/u6K7+2f1lCTbzqwTbC+f1ex5y4Ngyw/DpL7CzYBFTFDnt2qrblT7Fn4+zOpdi96EFkJR/RthE2v/ZzVGw8uEgW2Xpoz81EeHQZyPlXp7Z+jd2LHoI9N0Nrs/W4H5FQraVhWeffHYsK8SGGrY+FUcCqAidOnMAvv/yCnJwcVKtWze0Aa/ny5Th48CDCw8M9DrAkvJLnjx3LC9wjIyOhqirk1+WqU6cOunXrhrCw/z7usGPHDqxfvx4xMTGQA9jlK6fnz5/Xwq6OHTsWmB4JuH766SfY7XYMGjRIe8YMFwMsM8wSa6QABXwmoJ5fAftf/31y22cdsWEKWFzgj7gRuOdgjqVG+dP2Dah47pBbY/ql5xRML/ff18+4AsstNt5EgVILZJ0/iE3vD0Hmuf0lOog95fCf2DRnsBZiVW4xHE1GvIeQ0PBS1+WLBmZcG41WtfklQl/Ysk0KFCUgq6iWLl2Kc+fyjhVwN8DSVzcpilKiAEuCKGlDgiVZvVW5cmWt/927d2shlQRPEko1apS3/VmCLQmkZLVX//79UbFiRaSnp2u/JjVISBUf/9/2ZVmltWnTJrRv314LuMxyMcAyy0yxTgpQwCcCytF3oey4wydts1EKBJtAZmwLvJPZAl+cTrXE0CeHlsXI1R+4NZZNXR7Aw5WuzL+XAZZbbLyJAl4R2P/L89i//HmERcSiza1LkFC9tdvtqooN/355C05u+QrR5Wqi3W0rIOdqGfG6NzEKQ9sYM1wzohdrooA3BNatWwdZ2SThT2pqqlsBlqx6ktDLZrNp2/4kbPJkC6H0I8GThGddunRBgwYNCgxFwifZzlihQgUMHDgQERERSEpK0p6RwEt+TbYPyrVkyRKcOnWqQP96+7IdUbZDyvNmuRhgmWWmWCcFKOATAWX3ZCiHXvVJ22yUAsEqsCt+GCYcCkOWopiaoE1Cdbyz+HW3xrC37ThMrHkzAyy3tHgTBbwrcGbHj9gyd6TWaIvr5qNio0EedXDw15exd8mTJQrAPOqolDcP7xiB2/tElrIVPk4BCrgrsH//fqxevRply5bVtuxJaORqBZaEVRIanT59Wjtbat++fVrw5UmAJWde/fbbb4iLi9NWTknQ5HjpYZWsrOrbt6+2Oku2C65YsQKVKlUqsMVRajl58iR69OiB2rXzjk35/ffftZVcsgVRxmWmiwGWmWaLtVKAAl4XsP99JdQzP3i9XTZIgWAXsEfVxny1K2YeSzM1xTf7tqPG8e0ux3Cq6VW4rsH9DLBcSvEGCrgnIF8c3LnwHpzZuQRla7ZHs9FzERru/Ct8p//5Dls/G6N9hbDVTd/honq9kJtxDv98cQNSjm5ClVaj0HDIS0V2fGDli9j389OIiCmPNhOWIe7iS90r0s93dW4Qhikj+CVCP7OzuyAV0FcpySoq2ZJ35swZLfhxFWBJyCUrpOrVq4cOHTpoh7h7GmDp2werVq2KxMTEC2ZAP79KVnp17txZ20aYkpKCRYsWaWGXrMCSM7PkKrwCS8Yhq8Nki2GfPn0KnKFlhqlmgGWGWWKNFKCAzwTs61pATXf9h1OfFcCGKWBxgeMJ/fDIyfLYmZFtypHeGVERN6x812XtqXV7YHiL5xlguZTiDRRwX2DXDw/gyO+zEJlQGW3HL0PMRU5WCqgqdv1wP46se7fAfRKAbf3sWpzdKVsK26D1Td8hPKbcBZ0ruZnY8ulonNu9rNj73K/ad3fWrhiK98eb46Bl3ymwZQr4XkBWUekHqLdt2xbNmjXTthG6CrAOHz6MVatWaSunJHiSrwTKtj5PAyz98HdZMdW7d2+nA5ZgSg54l/BKQiw91MrIyCj2DCxp+/jx41p4JV9UNNvFAMtsM8Z6KUABrwrYVsQBirUOnvYqEBujgDcEwhKwLHIInjic4Y3W/NpG4/gq+HjJWy77zKnSDEM7vcMAy6UUb6CA+wLn9izH3x9eAVVVULPLRDQYNE1bZeV4JR9ch80fDNMOYa/W7gZcevlr+YewH/1jjraKSy759eodxhXsXFVxcutX+Gf+zYCqot6AZ1C7+yT3C/TznRFhwOKH4vzcK7ujQPAJ6Aewy2orCZDkS3+uAiz9sHcJq2S7Xs2aNfNDJU8DrMLhlLMZcHZPUV8hbNGiBSSI07cZSjDWvXt3U04sAyxTThuLpgAFvCKQdRi23+p6pSk2QgEKuBZIju+MF5Pr4Jfz6a5vNtAdnx09jAYH/iy2IqVMFQzs/TUDLAPNG0sxv4Bqz8XO7yfh2J95H1Oo3vFW1On9CCLjK8GWlYITmz/H7h8fhtwXW6E+Wt38HaLL1frv92FWira18PzelQgJCUXdfk+iesfxCI8ug5y0Uzj82xuQ86/kKl+vJ5qP+Uz7mZGvz++MRaUyBUM8I9fL2ihgNgF9i52EVrJ1sHz58toQXAVYv/76K/bu3YvGjRujU6dO2jP6qih/BVjS57Zt27QtjNK3HOQu4ZWsINPP5pKthnJwu4xr165d+Ouvv7TD4uUgdzksvl27dobeVsgAy2y/o1gvBSjgNQE1aTXsG50vy/VaJ2yIAhS4QOCv+KtxxwGbaWRuiaqMCcvfLr7e0DAMGPYrAyzTzCoLNYuAPScdu76/H8f/+qTIkmMvbojm137u9OyqnNST+OfLcVqIVdQl4VXTEXO0LYhGv14eG42WtcKMXibro4ApBST0kTOr5JD0yy67DPXr188fR3EBlr7ySb4K6PhVv0AEWEXB6wfDS5glq7H0A+oluKpbt6526Lz8U9y2RSNMKgMsI8wCa6AABQIioB6fC/u//301LCBFsFMKBKlAdmwzvJfVEp+cMv4h73ViL8b8n//bHljUlN18+VIcDcnb3mNb1yJIZ5bDpoD3BVTFjqQDa7B/2RQkH9mgrbiSFVVxlRujVtd7UKnZlQiNKPpsKLn/1D8LcXDVi0g/uV3bkhgSFoGyNdqhdo/7cVGDfggJNUco9OCQKAxoEe59ZLZIAQpg3bp12L59u3YAe+EtdkUFWHKQuhyKLiucZMWWHI6uXyUNsPTVXM7q0NvWtxA2adIEHTt2LHb29DqkRjmbKzo6WqtZVpvpX0fMzc3VzutKS0vTQjgJ44x4McAy4qywJgpQwC8Cyv7noOx7yi99sRMKUMC5wN6EIZh4OBIpNruhid4/cxbNd64qtsbHhyzAn+F5KzgYYBl6OlkcBUwrcEO3SFzfLcK09bNwChhVwPHLfu7UKCHQ4MGDtYPU5XB3dy/90PXi7i/JVwiLa0+2FG7atAnt27eHBF4SUv3444/aIfODBg3Svlwo19q1a7Fz505t9VnDhg3dHZJf72OA5VdudkYBChhJQNk+Acqx941UEmuhQFAKKFE18DW64+Wjxj0b69rYarj35zeKnZ+3Bn6IhVENGGAF5VvMQVPAPwIDW4bjgcFR/umMvVAgiARycnLwyy+/aNsHnV2yeklWKcnZWLLtTgKsvn374uTJk/jzz6LPyZR2FUVBZGSkFhhJMCRb+Iq79O1+8jVDx4BJf+bs2bOQFViqqmo1VK5c9PZnOX9LVlZJvQMHDtRql3OwFi1ahJiYGO3X5KwsuSSIk5Vm8lVDCdqMeDHAMuKssCYKUMAvAvZNg6Ce+9kvfbETClDAtcDJhN544tTF2Jqe5fpmP99RJbo8vv9lTrG9ftV3JmbH5/1LKVdg+XmC2B0FgkSgbZ0wTB8dHSSj5TApYBwBV4e4O6u0pFsI9dBJDlfv0qWLdri64yUrqjZu3Kht89NDqaKkJJSSw9odz/TiCizjvFeshAIUoIDbAvZ1LaCmb3f7ft5IAQr4QSAsBiujhuGRQ8YLsd5MTkeHbUuKRFjR4xm8UL4PAyw/vCbsggLBKlCrQig+mFD0eV/B6sJxU8DXAv4MsGQs+jZCWSXVo0cPVK1aVRvi7t27tZ/JijB9S2BRY9e/qFiuXDntXCtZPSaXPFvUGVjp6enaWV48A8vXbxTbpwAFKOChgG1VBcCW4uFTvJ0CFPCHQGp8B7yc0gCLzxnnkPer4mrgkaUzixz+5s6T8FDlqxlg+eMFYR8UCFKBmMgQ/PBA3nk1vChAAf8J+CLA0tvUz9MqU6ZM/oBk9dXy5ctx6tQp7ddkC6JsGZRtjHLVqVMH3bp1yw+lnEnI80ePHs0/qN3xnsOHD2PVqlXa89KWbIWUA+ll62CnTp38B+thT9xC6CEYb6cABSwiYEuBFmDxogAFDC3wd/xVuO2AMQ54LxcZj59XfFyk1742N+P2WuO0n3MLoaFfKxZHAVMLLJwUi/joEFOPgcVTwGwC/g6wxEfCqs2bN0POxMrKykJISIh24LocxC7/yJlaRV1HjhzBihUrUL16dfTu3dvpbfv379fO75JVV3I2lmxVbNeuXbGhWKDnjQFWoGeA/VOAAgERUDN2wv57s4D0zU4pQAHPBHJiGuHDnLb44GTgV2PNyLCj+6aFTgdwuskVGNtwMgMsz6aXd1OAAh4KvD8+BrUrFv0HVw+b4+0UoAAFTCPAAMs0U8VCKUABbwqo51fB/ldfbzbJtihAAR8L7E8YhHuOxuB0js3HPRXd/KD4mnh6yWtOb0ir0w1Xt3yBAVbAZocdUyA4BF4cE402l+SdZcOLAhSgQDAJMMAKptnmWClAgXwB9eQXsG8bSxEKUMBkAkpkFSwM6Y3pR9MDUnlUWCRWrv0G4bbsC/rPqdwEQzvPZoAVkJlhpxQIHoFHL49Cn6bhwTNgjpQCFKDA/wQYYPFVoAAFglJAOfw6lF2TgnLsHDQFrCBwOqEnnjpTBX+lZvp9OFNyIzDgjy8u6FdJqISBfb5hgOX3GWGHFAgugdv7RGJ4x4jgGjRHSwEKUAAAAyy+BhSgQFAKKHufgHIgb6sPLwpQwKQCIZFYHXslHjyY5dcB9EqoiemLnWwjDAnFgMtXM8Dy62ywMwoEn8CozhG4tVdk8A2cI6YABYJegAFW0L8CBKBAcAooO26HcvS94Bw8R00BiwmkxbXDzLRL8f1Z/x3yvvzvX5GQduYCyVuGLcXh0Dh+hdBi7xiHQwEjCSS2DMfkwVFGKom1UIACFPCLAAMsvzCzEwpQwGgC9i0joJ7+1mhlsR4KUKAUAtvir8StB5RStOD+o4+rsbh87ScXPPB/Q77CuvCqDLDcp+SdFKCAhwKdG4RhyohoD5/i7RSgAAXML8AAy/xzyBFQgAIlELBv7A01KW+rDy8KUMA6ArkxDTA3tyNmn0j16aA6J9TAzMUzL+hjVuIH+Ca6IQMsn+qzcQoEt0DTGmGYeT0DrOB+Czh6CgSnAAOs4Jx3jpoCQS9gX9cCavr2oHcgAAWsKnAoIRGTjiXgaHaOz4b4485NuPjM/gLtL+j7Kt6Jb88Ay2fqbJgCFKhZIRQfToghBAUoQIGgE2CAFXRTzgFTgAIiYFtTC8g+TgwKUMDCAmrExVgU1g/PHUn3ySjvDy2HUavfL9D2qh5P4/nyfRlg+UScjVKAAiJQLjYEX98bSwwKUIACQSfAACvoppwDpgAFtABrZRnAnkkMClAgCATOJnTHs2erY31KhldH2yq+OmYveb1Am1s634fJlYczwPKqNBujAAUcBcJCgaUPxxGFAhSgQNAJMMAKuinngClAASjZsK2IJwQFKBBUAqH4PW44Jh3M9uqovz6wC7WObstv80CbGzGh1q0MsLyqzMYoQIHCAj88EIuYyBDCUIACFAgqAQZYQTXdHCwFKKAJ5JyCbXV1YlCAAkEokBHXGm+mN8WCM9455H1iREXctPLdfMnTjYdh7KUPMcAKwneLQ6aAPwW+uCsWFRMYYPnTnH1RgAKBF2CAFfg5YAUUoICfBdTMvbCvbeTnXtkdBShgJIHt8ZfjlgMhUKCWqqxGcVUwd+lb+W2kX9IVV7WaxgCrVKp8mAIUcCXwwfgY1KoY6uo2/pwCFKCApQQYYFlqOjkYClDAHQE1dTPsf7R351beQwEKWFjAFl0Xn9m74O3jpVuN9enxI2i47w9NKrdSYwzp8h4DLAu/NxwaBYwg8OaNMWhUjQGWEeaCNVCAAv4TYIDlP2v2RAEKGERATVoD+8ZeBqmGZVCAAoEWOJIwAJOPl8WBrJKdj3VzdBXc/kveKiw1viIS+y5kgBXoSWX/FLC4wEtjotH6kjCLj5LDowAFKFBQgAEW3wgKUCDoBNSzS2DfPCToxs0BU4ACRQuo4eWxJCIRTx/2/EuFtWMr4quf/zsHa+AVa5CzriW5KUABCvhM4NkR0ejSgAGWz4DZMAUoYEgBBliGnBYWRQEK+FJAPbUA9q3X+LILtk0BCphU4Hx8V0w9Xwurk9M9GsF7Z8+h5Y6V2jMThi3Gnj8u8+h53kwBClDAE4HHr4hCrybhnjzCeylAAQqYXoABlumnkAOgAAU8FVBPfAr7Pzd6+hjvpwAFgkjgj7gRuOdgjtsjHh1bDZN+fkO7/+nBX+LXjYluP8sbKUABCngq8MDgKAxsyQDLUzfeTwEKmFuAAZa554/VU4ACJRBQjs6BsuO2EjzJRyhAgWASyIxtiXcym+GL02kuh10puhwW/fK+dt87ie9j/uYRLp/hDRSgAAVKKnD3gEhc3jaipI/zOQpQgAKmFGCAZcppY9EUoEBpBJTDb0LZdW9pmuCzFKBAEAnsih+GCYdCkaWoxY769ZRMdNr6E77p8wre+OeWIBLiUClAAX8L3NYnEiM6MsDytzv7owAFAivAACuw/uydAhQIgIBy6GUoux8KQM/skgIUMKuAPao25qtdMfNY0auxroyvgUeXzMSv3f8PT+96wKxDZd0UoIAJBMb1jMSYLgywTDBVLJECFPCiAAMsL2KyKQpQwBwCyoFpUPY+bo5iWSUFKGAogeMJ/fDIyfLYmZF9QV1lIuLwy8q52NrpHtx7YIqh6mYxFKCAtQRu6BaJ67sxwLLWrHI0FKCAKwEGWK6E+HMKUMByAsr+KVD2PW25cXFAFKCAnwTCEvBz5GA8eTjzgg5fzFRRRy2Dm4/nHejOiwIUoIAvBK69LAI394j0RdNskwIUoIBhBRhgGXZqWBgFKOArAWXfU1D2P+er5tkuBSgQJALJ8Z0xPbkOlp9Pzx9xYnxN3HNoH645/1mQKHCYFKBAIARGdY7Arb0YYAXCnn1SgAKBE2CAFTh79kwBCgRIQNn7BJQDLwSod3ZLAQpYTeCv+KtxxwGbNqyI0HAsOnwUw7MWW22YHA8FKGAggZEdIzChDwMsA00JS6EABfwgwADLD8jsggIUMJaAsudRKAdfNFZRrIYCFDC1QHZsU8zOaoVPT6Xh8ZxwzDw8x9TjYfEUoICxBYZ3iMDtfRlgGXuWWB0FKOBtAQZY3hZlexSggOEFlD2PQDn4kuHrZIEUoID5BPYkDMH7p6tj49/TzFc8K6YABUwjcHWHCExkgGWa+WKhFKCAdwQYYHnHka1QgAImEmCAZaLJYqkUMKGALaw6Jv65AgdzK5mwepZMAQqYQeDq9hGY2I8rsMwwV6yRAhTwngADLO9ZsiUKUMAkAgywTDJRLJMCJhVQMi/Fmi2T8RyGm3QELJsCFDC6AFdgGX2GWB8FKOALAQZYvlBlmxSggKEFlD2PQTk43dA1sjgKUMC8ArYzPZC8pBLG1J9t3kGwcgpQwNACPAPL0NPD4ihAAR8JMMDyESybpQAFjCvArxAad25YGQWsIJBz4Aqkf34Q8wa+im+zW1phSBwDBShgMAF+hdBgE8JyKEABvwgwwPILMzuhAAWMJKDsewrK/ueMVBJroQAFLCSQtWUUMhftxNn2g3BHwmQLjYxDoQAFjCIwqnMEbu3FM7CMMh+sgwIU8I8AAyz/OLMXClDAQALK/ilQ9j1toIpYCgUoYCWBjFWjkb12BxASgrv7fodT9ngrDY9joQAFDCBw7WURuLkHAywDTAVLoAAF/CjAAMuP2OyKAhQwhoByYBqUvY8boxhWQQEKWE4gdcFVsO4pXYYAACAASURBVO3cr41rU597ME29wnJj5IAoQIHACtzQLQLXd2OAFdhZYO8UoIC/BRhg+Vuc/VGAAgEXUA69AmX3gwGvgwVQgALWFEh+tw+Us+e0wdnrNMK1dd625kA5KgpQIGAC43pGYkyXiID1z44pQAEKBEKAAVYg1NknBSgQUAHlyJtQdt4b0BrYOQUoYE0BVYlB0rRGBQb3ceLr+DGnmTUHzFFRgAIBEbitTyRGdGSAFRB8dkoBCgRMgAFWwOjZMQUoECgB5dgcKNtvC1T37JcCFLCwgJLeGMkzowuM8HTHYbgr7j4Lj5pDowAF/C1w94BIXN6WAZa/3dkfBSgQWAEGWIH1Z+8UoEAABNQTn8L+z40B6JldUoACVhewnemF1NlJBYcZEYHben6HJHvBYMvqFhwfBSjgO4EHBkdhYMtw33XAlilAAQoYUIABlgEnhSVRgAK+FVBPfQP71pG+7YStU4ACQSmQs/8KpM87eMHY/+x3P2bYhwSlCQdNAQp4X+CxK6LQuwkDLO/LskUKUMDIAgywjDw7rI0CFPCJgHp2Ceyb+QdJn+CyUQoEuUDW5tHI/GnHBQq2es0wtvbrQa7D4VOAAt4SeHZENLo0CPNWc2yHAhSggCkEGGCZYppYJAUo4E0BNWkN7Bt7ebNJtkUBClBAE8hYMRrZ6y4MsORn7ye+haU5jSlFAQpQoNQCL46JRptLGGCVGpINUIACphJggGWq6WKxFKCANwTU1M2w/9HeG02xDQpQgAIFBFK/vhK2XQecqpzofCXujbmbYhSgAAVKLfDGjTFoXC201O2wAQpQgAJmEmCAZabZYq0UoIBXBNTMvbCvLfiZe680zEYoQIGgF0ie1QvK+UKHuOsq0TG46bKFyFT55bCgf1EIQIFSCrw/Pga1KzLAKiUjH6cABUwmwADLZBPGcilAAS8I5JyGbXU1LzTEJihAAQr8J6AqCUiaVr9YknX9HsSr9oFkowAFKFAqgS/uikXFhJBStcGHKUABCphNgAGW2WaM9VKAAqUXUHJgWxFX+nbYAgUoQAEHASW9KZJnRhZrktOwJa6v8SrdKEABCpRK4IcHYhETyQCrVIh8mAIUMJ0AAyzTTRkLpgAFvCFgW1kWsGd4oym2QQEKUEATsJ3ujdT3zrvUmDXwXazMbuDyPt5AAQpQwJlAWCiw9GH+RRzfDgpQIPgEGGAF35xzxBSggPxBc80lQPZRWlCAAhTwmkDOvquQ/sV+l+0d6zICk6InuryPN1CAAhRwJlA2NgQL7o0lDgUoQIGgE2CAFXRTzgFTgAIiYF/fGmraNmJQgAIU8JpA1qbRyFy8w2V7IXHxGNNxIezgAcwusXgDBShwgUDNi0Lx4W0xlKEABSgQdAIMsIJuyjlgClBAC7D+6gv1/CpiUIACFPCaQMby0che7zrAkg7X9H8Ub9j6ea1vNkQBCgSPQJPqYXj9hujgGTBHSgEKUOB/Agyw+CpQgAJBKWDfeg3UUwuCcuwcNAUo4BuB1C+vgG3PQbcaz27UFjdUe8mte3kTBShAAUeBzg3CMGUEAyy+FRSgQPAJMMAKvjnniClAAQDKjjugHH2XFhSgAAW8JpD8Vk8oyclut/d64vv4LaeO2/fzRgpQgAIikNgiHJOHRBGDAhSgQNAJMMAKuinngClAARFQ9j0NZf8UYlCAAhTwioBqL4uk6XU9autw19GYHDneo2d4MwUoQIFRnSNwa69IQlCAAhQIOgEGWEE35RwwBSigBVhH3oKy8x5iUIACFPCKgJLWAsmvh3nWVplyGNXuG8+e4d0UoEDQC9zWJxIjOkYEvQMBKECB4BNggBV8c84RU4ACANRTX8O+dRQtKEABCnhFwHayL1LfP+txWysHPIFZub09fo4PUIACwSvw6LAo9GkWHrwAHDkFKBC0AgywgnbqOXAKBLeAmvQb7Bt7BjcCR08BCnhNIGfvVUifv9/j9jKbdsRNlV/w+Dk+QAEKBK/Ai2Oi0eYSD1d8Bi8XR04BClhIgAGWhSaTQ6EABdwXUDP3wb72Uvcf4J0UoAAFihHI+ms0MpfsKJHRjMSP8GdOrRI9y4coQIHgE3h/fAxqVwwNvoFzxBSgQNALMMAK+leAABQIUgElE7YVZYJ08Bw2BSjgbYH0ZaOQ8+fOEjV7sNtYPBQxrkTP8iEKUCD4BBZOikV8dEjwDZwjpgAFgl6AAVbQvwIEoEDwCth+rQLken5mTfCKceQUoEBRAqlfXA7bvkMlA7qoIka1+rJkz/IpClAgqARiIkPwwwOxQTVmDpYCFKCALsAAi+8CBSgQtAL29e2gpv0dtOPnwClAAe8JJL3RHWpqaokb/HnA05iT273Ez/NBClAgOARqVQjFBxNigmOwHCUFKECBQgIMsPhKUIACQStg//sKqGcWBe34OXAKUMA7AqrtIiS9WLtUjWU074KbL36uVG3wYQpQwPoCbeuEYfroaOsPlCOkAAUo4ESAARZfCwpQIGgFlJ13QTkyK2jHz4FTgALeEVDSWiL59dIfqPxC4qfYnFPNO0WxFQpQwJICA1uG44HBUZYcGwdFAQpQwJUAAyxXQvw5BShgWQHl4ItQ9jxq2fFxYBSggH8Eck/2R9r7p0vd2d4eN+KxsBtK3Q4boAAFrCtwY/dIXNc1wroD5MgoQAEKFCPAAIuvBwUoELQC6sn5sG+7NmjHz4FTgALeEcjZfTXSv9pX+sYuroJRzT8vfTtsgQIUsKzAQ0Oj0L95uGXHx4FRgAIUKE6AARbfDwpQIGgF1OQ/YN9wWdCOnwOnAAW8I5C5YQyyft7ulcZ+GvAcPsrt4pW22AgFKGA9gVfGRqNFrTDrDYwjogAFKOCGAAMsN5B4CwUoYFGBnFOwra5u0cFxWBSggL8E0n8ehZwNO73SXVrL7rilwtNeaYuNUIAC1hP4/M5YVCoTYr2BcUQUoAAF3BBggOUGEm+hAAWsK2BbVQGwpVh3gBwZBSjgc4HUecNg23/Ya/08M2Ae/s2t7LX22BAFKGANgchw4KcH46wxGI6CAhSgQAkEGGCVAI2PUIAC1hGw/9EBauom6wyII6EABfwukDSzK9T0dK/1u6vnODwZOtZr7bEhClDAGgKXVAzFnPEx1hgMR0EBClCgBAIMsEqAxkcoQAHrCNi3joZ66ivrDIgjoQAF/Cqg2i5G0os1vNqnWqUGRjeZ69U22RgFKGB+gS4Nw/Ds8GjzD4QjoAAFKFBCAQZYJYTjYxSggDUElL1PQjkw1RqD4SgoQAG/C9hT2iDlTdXr/X6X+AI+y+no9XbZIAUoYF6BkR0jMKFPpHkHwMopQAEKlFKAAVYpAfk4BShgbgH1+FzY/73Z3INg9RSgQMAEck8MQNoHp7zef0rr3hhf/gmvt8sGKUAB8wpMGhiFwa3DzTsAVk4BClCglAIMsEoJyMcpQAFzC6jJ62Hf0NXcg2D1FKBAwASydw1Hxtd7fdL/4wO+xJ7cij5pm41SgALmE3h5bDRa1gozX+GsmAIUoICXBBhgeQmSzVCAAiYVsCXBtupikxbPsilAgUALZP45GlnLdvikjO29JuDpkFE+aZuNUoAC5hP46p5YlI8LMV/hrJgCFKCAlwQYYHkJks1QgALmFbCtuQTIPmreAbByClAgYALpS65Bzl+7fNK/Wq02Rjf60Cdts1EKUMBcAmVjQ7Dg3lhzFc1qKUABCnhZgAGWl0HZHAUoYD4B+6aBUM8tM1/hrJgCFAi4QOpnQ2E7eMRndXyd+CK+zGnns/bZMAUoYA6BFjXD8Mp1/AKhOWaLVVKAAr4SYIDlK1m2SwEKmEZA2TUJyuHXTVMvC6UABYwjkPRqF6iZmT4rKKltP9xW9lGftc+GKUABcwgMbROBexP5BUJzzBarpAAFfCXAAMtXsmyXAhQwjYBydA6UHbeZpl4WSgEKGENAza2MpJeq+byYB/t/g0O2cj7vhx1QgALGFbirfySuaBdh3AJZGQUoQAE/CDDA8gMyu6AABYwtoCavg31DN2MXyeooQAHDCdhT2iHlTbvP69ra+w48h+E+74cdUIACxhV4+dpotKzNLxAad4ZYGQUo4A8BBlj+UGYfFKCAsQXsabCtLG/sGlkdBShgOIHcY4lI++ikz+tSatbDmAbv+bwfdkABChhX4Jv7YlEmhl8gNO4MsTIKUMAfAgyw/KHMPihAAcML2H9vAjVjt+HrZIEUoIBxBLJ3jkDGgj1+KeiLxFfwTU4rv/TFTihAAWMJVC4bgs/u4BcIjTUrrIYCFAiEAAOsQKizTwpQwHAC9q2joZ76ynB1sSAKUMC4ApnrxyBr+Xa/FHiu/UBMTHjQL32xEwpQwFgCnRuEYcoIfoHQWLPCaihAgUAIMMAKhDr7pAAFDCegHHgByt4nDFcXC6IABYwrkL54JHI2+W/l5r39v8cJW7xxQVgZBSjgE4Hrukbgxu78AqFPcNkoBShgKgEGWKaaLhZLAQr4SkA9+xPsm4f5qnm2SwEKWFAg5ZMhsB8+6reRbe5zN15Qr/Rbf+yIAhQwhsDTV0ej66U8wN0Ys8EqKECBQAowwAqkPvumAAWMI5BzArbVNY1TDyuhAAUML5D0cieo2dl+q9N+yaW4tu4sv/XHjihAAWMIfHpHLKqU5QHuxpgNVkEBCgRSgAFWIPXZNwUoYCgB22/1gKxDhqqJxVCAAsYUUHKqIXlGZb8X98nA1/FDdjO/98sOKUCBwAiUjwvBV/fwAPfA6LNXClDAaAIMsIw2I6yHAhQImIB960iop74JWP/smAIUMI+APbkDUt7K9XvBZzoOxZ1xk/zeLzukAAUCI9CxfhieH8kD3AOjz14pQAGjCTDAMtqMsB4KUCBgAsqBaVD2Ph6w/tkxBShgHoHco4OQ9vFx/xccHo6JPb/DOSXG/32zRwpQwO8C13eNwA08wN3v7uyQAhQwpgADLGPOC6uiAAUCIKCe+wX2TYkB6JldUoACZhPI3jESGd/47wuEjj4b+k7CS8pQs5GxXgpQoAQCz42MRqf6PMC9BHR8hAIUsKAAAywLTiqHRAEKlFDAlgLbqgolfJiPUYACwSSQuW4MslZsD8iQbfWaYmztNwLSNzulAAX8K/D1vbEoF8sD3P2rzt4oQAGjCjDAMurMsC4KUCAgAvb1baGmbQlI3+yUAhQwj0D6jyOR83dgVmCJ0geJb2FJTmPzgLFSClDAY4GaFULx4QRuF/YYjg9QgAKWFWCAZdmp5cAoQIGSCCg7JkI5Orskj/IZClAgiARSPh4E+9EAnIH1P+OTna7EPbF3B5E4h0qB4BPo3zwcDw2NCr6Bc8QUoAAFihBggMVXgwIUoICDgHr8Y9j/HUcTClCAAsUKJL3UEWpuTsCUQqKicXO3hUhXIgNWAzumAAV8K3BvYhSGtgn3bSdsnQIUoICJBBhgmWiyWCoFKOB7ATVjF+y/N/V9R+yBAhQwrYCSUwPJMy4OeP3r+03GK/ZBAa+DBVCAAr4RmH1LDOpWCvVN42yVAhSggAkFGGCZcNJYMgUo4FsB+5pLoGYf9W0nbJ0CFDCtgD2pE1Lezg54/bkNWuC6mq8FvA4WQAEKeF+gTEwIvrkv1vsNs0UKUIACJhZggGXiyWPpFKCAbwTs28ZAPfmlbxpnqxSggOkFco8MRtrcY4YYx7uJ72B5TkND1MIiKEAB7wl0aRiGZ4dHe69BtkQBClDAAgIMsCwwiRwCBSjgXQHlyJtQdt7r3UbZGgUoYBmB7H9HImNh4L5A6Ah5vMtw3Bd9h2VsORAKUCBPYELvSIzsFEEOClCAAhRwEGCAxdeBAhSgQCEBNW0L7Ovb0oUCFKCAU4HM38cga+V2Q+iExMbj2s4LYVN5To4hJoRFUMBLAm/cGIPG1fj72kucbIYCFLCIAAMsi0wkh0EBCnhXwLa6OpBzyruNsjUKUMASAmmLRiB3yx7DjOW3/o/gdVt/w9TDQihAgdIJxEWF4Lv7ef5V6RT5NAUoYEUBBlhWnFWOiQIUKLWAfdtoqCe/KnU7bIACFLCeQMqHA2E/fsIwA8u5tA2urz7DMPWwEApQoHQCnRuEYcoInn9VOkU+TQEKWFGAAZYVZ5VjogAFSi2gHJkFZeddpW6HDVCAAtYTOD+9PWC3GWpgbybOweqcuoaqicVQgAIlE7i9bySGd+D5VyXT41MUoICVBRhgWXl2OTYKUKDEAmr6DtjXNS/x83yQAhSwpoCaXRtJL19kuMEd6ToKD0ROMFxdLIgCFPBc4J1xMahfmedfeS7HJyhAAasLMMCy+gxzfBSgQIkF7GsbQs3cX+Ln+SAFKGA9Afv5LkiZlWm4gYWUKYtr2n1ruLpYEAUo4JlAhfgQzL+b5195psa7KUCBYBFggBUsM81xUoACHgso22+DcmyOx8/xAQpQwLoCOUeGIH3uUUMOcGX/xzHL1seQtbEoClDAPYG+zcLxyLAo927mXRSgAAWCTIABVpBNOIdLAQq4L6CenA/7tmvdf4B3UoAClhfI/ucaZHy3y5DjzGrSATdWmWbI2lgUBSjgnsCDQ6IwoEW4ezfzLgpQgAJBJsAAK8gmnMOlAAU8EMg9B9uvlT14gLdSgAJWF8j4bQyyf91u2GG+kvgh1ufUNmx9LIwCFChe4Iu7YlExIYRMFKAABSjgRIABFl8LClCAAsUI2Df2hJr0G40oQAEKaAJp3w9H7ra9htU42O1aPBRxi2HrY2EUoEDRAg2rhuLtm2JIRAEKUIACRQgwwOKrQQEKUKAYAWX/81D2/R+NKEABCmgCKR8MgP3EKeNqlK+AUa2/Mm59rIwCFChS4NouEbi5ZySFKEABClCAARbfAQpQgAKeC6gpG2D/s7PnD/IJClDAkgLnX2gDqKqhx7ZswFN4L7eHoWtkcRSgwIUCr4yNRotaYaShAAUoQAEGWHwHKEABCpRMwPZbXSDrcMke5lMUoIBlBNSsukh6pazhx5PRrAturvSc4etkgRSgwH8CZWNDsODeWJJQgAIUoEAxAtxCyNeDAhSggAsBZcdEKEdn04kCFAhyAfu5y5DyToYpFKYN+ASbcqubolYWSQEKAP2bh+OhoVGkoAAFKEABBlh8ByhAAQqUXEA9/T3sW64qeQN8kgIUsIRA7qFhSPvUHKsx93W/AY+G32gJdw6CAsEg8PgVUejVJDwYhsoxUoACFCixAFdglZiOD1KAAkEjoNpgW1kOULKDZsgcKAUocKFA1rZrkPn9LnPQVKyMUS3mmaNWVkkBCuCHB2IRExlCCQpQgAIUKEaAARZfDwpQgAJuCNi3XgP11AI37jTfLQdOqJgxX8WCXxWcSsqrPy4a6NEyBI+NDUX7RiEI8eDfqZPTgZFP2bF8k4rnbwnF5FGh5kNhxRRwIpC5ZjSyVu8wjc3ixCn4MOcy09TLQikQrAId64fh+ZHRwTp8jpsCFKCA2wIMsNym4o0UoEAwC6jHP4b933GWIpAPqb29UMF9bylQlKKHdt+IUDw3LhQRbuxskDanz1Pw+Jy8BhlgWeqVCfrBpC0cjtx/95rGIb1FN4yr+Ixp6mWhFAhWgXsTozC0jRv/TzZYgThuClCAAv8TYIDFV4ECFKCAOwK552H7tZI7d5rmnu9/VzH8/+xaeNWyXgjmPBiKZnVCEBoC7DumYvI7Cr5fq2rjmXprKO4fGepyJdayjSoGP5LXJgMs07wKLNRNgZQ5/WE/ddrNu41x25QB87Att7IximEVFKCAU4H5d8WiQoIHS53pSAEKUCBIBRhgBenEc9gUoIDnAvbNQ6GeXez5gwZ8IjMbWni1dIOKdpeG4IepYahQpmChuTbg+ql2fLVKRfWKwMpXw3BJlaL/BfvIaSDxITt2HsoLvRhgGXDiWVIpBMJxfmrzUjwfmEd397wZT4ReF5jO2SsFKOBSoFXtMMy4ltsHXULxBgpQgAIAGGDxNaAABSjgpoBydDaUHRPdvNvYt23Zq6LnfXakZgAfPRKGMX2cB1O/bVPR9347bHbg++fDkNjB+X0Sdt39uoL3Fino3y4Em/aoOJ3ELYTGfgtYnScCamZ9JL2a4MkjhrhXrVwdo5t+YohaWAQFKHChwB39InFV+wjSUIACFKCAGwKGDbC2bNmCq666CpmZmUUOIzY2Fs2aNcOdd96Jnj17IiwsLP/eN998E88//zyGDx+O1157zQ0K39+Snp6OG264AZs3b8aCBQvQokUL33f6vx50z4suugg//PADKlWqhFOnTmHIkCE4d+6cz+pRVRUrVqzAU089hb17884N6dChAz744AOUK1fOb+P3RUd2ux3z5s3DjBkzcPLkSa2Lq6++WvvvERFF/4uI/m4++uijuOOOO3xRWqnavOeee/DVV1/BqPWVanClfTjnFGyrq5e2FUM8/8tfKsZNtyMjG/jxhTBtFZaz669dKnrdl3ffN8+GYUhn5/fNX6li7HN21K8WgvcfCsW1U+w4dIoBliEmm0V4RcB2rjtS30n1Slv+buSHxKn4JKeTv7tlfxSggBsCn90Ri8pluX3QDSreQgEKUMC4K7DcCbAc5+/aa6/VAqvw8LwDEBlgFXy7AxVgbdy4UQt1cnNzIYGjhFYdO3bUQp6oqChT/xZcuHAhJk7MW41TtmxZxMXF4corr9SCn+IuBlimnnbYNw+BenaJuQfhQfVL/lQx9FE75HD2olZg7T2aF3KdTAK+ejovDOt6p40BlgfOvNX4ArkHhyHts8PGL9RJhamteuHWi540Ze0smgJWFmhZOwwvc/uglaeYY6MABbwsYPgVWDLeolYrnT59Gi+//DI+/vhjjWXmzJlaWGLUAMvLc+dRc4EKsH7++WfceOON2gq5OXPmIDraOnv89SBKxjdlyhSEhFjjb8+4Aqv431rKsTlQtt/m0e8/s97szhlYcpbW6GftWLROxV1XhWLG7aE4cR4MsMw66ay7SIGsraOQ+cNO0wo9MWA+dudebNr6WTgFrChwZ/9IXNmO2wetOLccEwUo4BsBUwdYQmKz2bRtWLItrk+fPpg9e7a2sseIK7B8M4XutRroAMtIWzndE3N9l9FXUrkegfM7GGC5kLPg1wiLGvGC1aoWTskXBfVwyjGnlVVZM+YreGS2UuAg+OPnGGCV9PcfnzOuQMavo5H92w7jFuiish29xuOpkNGmrZ+FU8CKAvPvjkWFeGv8BagV54djogAFjCdg+gBLSGWF1l133YXatWtDtnVdfPHFBQKshx9+WFup9eWXX+ZvZRszZgweeOABJCTkHcgq50DJ6q1du3Zp5zP179//gtk6ceIELr/8cqSkpOCbb75Bo0aNIOcg/fjjj3jllVewc2fe38zKVjk5W0rO5qpXr15+O8WdgSVnRcnZWNLOr7/+qtUp5yh1794djz/+OBo2bFignqysLPz000/aqqa///4byv++WV+jRg3tnK3rrrsuf2zyoLsB1hNPPIH3338fI0eO1MwKryqSOidNmoT58+drq45uuukmp2+1vvKq8A9jYmK0+ZJLzjhr1aoVJk+ejAcffBB79uxB5cqVITXIVjy5UlNTMXfuXHz00Uc4cuSI9msyxgkTJkDm0HFFl36ml9wj78H69evxzDPPaOdThYaGYvDgwfi///s/VK1aFfv27dPO5ZLzucRO5kn+e69evVyupNKDq8Jjq169uhakPvfcc9oZUu+++67m/tZbb2m3DhgwAC+88AK++OILbburszOmZF4/++wzvPPOOx6Pd8OGDXjxxRfzzxpr06YNHnvsMW3LZuF51N9b/X7dR7z0+gvX56y2ihUravN4++23a+eqBctl3zIC6ulvLT1cOSNr1DN2JKUBTS4Jwc8vhaFSoWPr/tyhYtDDduTkQvt5h8Z5/xLOAMvSr0bQDi7t26uRu32facevVquF0Y0+Mm39LJwCVhPoUC8MU6+xzs4Eq80Px0MBChhTwFIBloQ8X3/9NeSgcj1kkFBLQhAJqCpUqKDNwtmzZ7X/lAPgP/30U8gfwuWaNm2atg2xqPBm6dKlWmCjr/SSQ+PlD/nShlzSvqz+kq2NEkBJWCNhhBxaLldRAZaEQhJ2SHgglwRXEsLp7Ui4MGvWLC2AkUvGc8stt2DNmjUF+k1KSkJGRob2a127dsV7772XH2K5G2D98ccfGDFiBKpUqaKFQPKfjpce4qWlpeHbb79FgwYNnL7Zq1ev1oIuGXNycnL+mMqUKaPNTU5OjhZ8SIAoAZLcI34yBgkQJbj7559/tO2Hx44d0/qQgESCF33+Lr30Um37qARacukBlgQtzZs3x8qVK7UwMT4+XvuZXPKMzJkEnjIGaVPak/kSZwkEnYWXjoOUQE3eE91bP9tL6pAVgM8++6wWYMkh/Vu3btXeR1kp2L59ey2Ykj6cBVjHjx/HuHHjtEBSf5/kHdNrb9mypfasBHCFxytB4C+//HLBuyP3TZ8+HXJGnH5JLY7vrZzfJe+t9FOnTh3tnLJNmzYVCNgKv3PiJl7yjMxfzZo1tXe9bt26Tt8Hq/2ienIe7Nus+1n6H9erGP1M3sHtdauGYOFzoWhUq+DfECenA1c8bsearSqm3hqK+0eGQl+dxQDLam88xyMCybP7QjmT9+8PZr2+SZyOL3Lam7V81k0BSwlMHhyFxJZ5Z/fyogAFKEAB9wRMH2A5biGUgEdWu8hB7o6rZOQP/vLf5Q/ncslKFVmhJCupJLQaO3as9uv6geOyCqhweCP93H333dqvSx+yEku/X4KLTz75BJdcconWjgQosmrq888/L3D2U1EBlqy40gMGCRskQJPgQsIa6UtW7UiQJKu+atWqpR2ALqujWrdurQUmeqAhQZiEbLI6SQIZCVp69+6t1eRugCVBxejRo7UAw9lKNP3gchm/hDj6oflFvW76SqzCWwgdD+l3/CqhOMtqIZkbmRdZlSZh3Kuvvpo/zsOHD2tjlKBHgi4J6uQAqWiZugAAIABJREFUdT3AOnr0qBauOFrK6i4J5uQeaf+KK67A1KlTtQBN5ktW6ckKPcd3yNVvoaK2EOpb8KSfN954Q3tX5JKxSTjp7DmpQca0bNkybcWU3KPPqwRbEjjJ3MrKPvmZuBc3Xsd30DHYlTrkvZDxSpj49ttvo0ePHpqJo6vc57gCS5/3Ll26aO+c/gVJCfFuvfVWrF27VgsbrXQWWLHzr9pgW1URsKe7ek1M9XPZEjh3qYJbZyjatsGiwiu57/63Fby+QEHv1iGY/1QYysb9N1QGWKaadhbrjoAahfMvNHHnTkPfk9ymLyaUe8zQNbI4CgSDQGgI8N39sYiJ5PbBYJhvjpECFPCegGkDLAl3Dh48qK1kka10hVfP6CGB/CFd3+7nyKavtpKw5qWXXtJ+pAdMv//+e35IpT9z6NCh/G1tepCkhzOy3e31118vsE1LapMgSlZS6SGTswBLQg35kt2iRYsgwYdsp3Pc7iVBxPjx47Fjxw6tjyZNmuDee+/VthnKqi3Z8uZ4ObbnGEC4G2BJW7pd4ZDKWYjn6lV0J8AqLiiTUFCCpWrVqhXo6sCBA9p8yCo1CWTEwTHQcRamyJZRCRXr16+vrZCSudEvWTEm74KsKNNX8bkam6sAq3PnztrWRwnXHC9nz+n9S0ApWwxlRZPjJavQJICTcE7qa9u2rcvxyjsoQZ2sypN3Vt4dx4DS8aMHel/ynomrBIiO749e80MPPaQFuY6XrNoTbxmvBI36tlxXfmb/ubJ9PJRjH5h9GPn1y4HtUz9T8OzHivZrsm1wwdOhqFf9wn+5/v53FcP/z44ysXlbB1vVL3gPAyzLvBYcyP8ElMxLkfxqrCU8Hu6/AAds5S0xFg6CAmYV6NM0HI9ebu6vcZvVnnVTgALmFjB8gJWZmemWsJyhJIe56yuC9D9wy+odCUhkm5fjpZ+bVXhlkNwrq6cKhzf6ChTH7YV66CDnMD399NMYNmxYsX94dxZgyeoaWVUjW+iK+tqiWwAONzk7hNuTAEsPMcRMD+ukeT3EE2Nn2wud1ekqwJKVZnq4oj8vK8lki5/8uoQlEpo4u/Tzum6++WZt255jgPXhhx+iX79+BR4r7mB/Zz6u3F0FWI7hqGNbzp7TA1V9LM761gM4OcdLQk3H8TquttOflXBP3mO5T3+3/v33Xy2gkm2Vcl6XvspLf6aoAFRWGMo8SJAo77pso5Vth8F8qeeWwb5poCUIZDvghBl2fP2rqo2nX7sQfPJYGC7KOyLwguvmaXbM/TnvXnev2ChgxSthaNOQf9vsrhnvM46A7UwPpM5OMU5BpahkW++JmIIRpWiBj1KAAqUVmDIiGp0bhJW2GT5PAQpQIOgETB1gydk9sv1J/jAvZwA5rlxy9RXCooIVZ+GN/od6OaxdX+0jb4oEUrfddhuWL1+e/+LIdkIJsiTokvOAJKDRL2cBVkmCE8e3VGo7f/68dgC6bPuTGvVD3Uu6AktWfclZTHKGlL5dUvrUQz9Ptoq5CrDkfCgJUhwPAHdcCecsiNLHr4cq+plkEgJKGCjnnTkLA/0dYDk7pF1qLxxgOYZG+nlazv6XSD9zSw9d9QCrqPE6e9/kXZXts0WtDpN+ZWWWBGqO9UvQKs9t3749vzQ5T0xqGTp0qHYOWeGD4oPhf03taxtBzdxr6qFKeDXyKTuWb8oLpO65OhTP3hyKmGLySQZYpp5yFl8CgZwDVyD984MleNJ4jyg162JMgznGK4wVUSBIBComhOCLu6yxojNIpozDpAAFDCRg+ABLD07kQGxPrpIGWNnZ2dqZPnIgth7e7N69W9uKJSFL4e1l+pfZ5Kwj+dqd4yWHkstZVRKwyB/uvRVgFf6CXGEX2U4pB2uXNMCS9vRwSF+JJn2KiwQgsg2vW7dubk2HLwMsvW09jBFfMwZYjoGdO6ilCbAKmxXe3ugsYNNrku2HEm7JuyFbDB0v2Zb52muvaUFyMF3Kvqeg7H/OtEN2DK9CQ4GXbgvFxCtCERZauiFxC2Hp/Pi08QSy/h6FzB/zvjRshWt+4stYkNPaCkPhGChgOoFrOkVgfO9I09XNgilAAQoYQYAB1vDh2h+8Ha/CB5XPmzdP2z5V3HY2eV62bMnZVBJyyfZCCZHk0G79zCJvBFiyvU4O3n7uubw/NMsqmE6dOqFdu3baGUdyUL1sp5QznkoTYBU+80uCPQnx5KuOEmDJ6jd3Ll8GWHrIph+8LiuRzBhgOYam+vZAd2xLswJLDs6X1YSylbDwVdTWSP0+eQePHDmCVatWaV8e1L+a6PihAXfqt8I9avpO2Nc1M+VQ5CD2pz5U8PyneWdeFf6SYGkGxQCrNHp81ogCGatGI3vtDiOWVqKazrVLxMQyzrfnl6hBPkQBCrgt8O64GNSrXMq/KXK7N95IAQpQwFoCDLCcBFh6eCMBlByoLV9W04MpOTzbnUu2e910002QA671IMlZgKUftC2rW4o6A0u2c8lh4HK2lXxVUIIkWQEza9Ys7at5jpfj+VGlCbAcD2yXw+PlIHAJ8SZNmoT777/fHQLtnpIEWDIG6Wf+/PlFhoZyj5xVJlsMC5+BZbYthOKkn+fleMaaK+SSBFj6asLIyEh8++23WiDpzvtTXC379+/XvqIp73JxWz5djcesP7dvSoR67hfTlf/XLhW97rMjIxtoVicED40ORYSLr3k3vQRoVMv1GVYMsEz3OrBgFwJpC65C7s79lnK6r993OG4v4qA7S42Ug6GAcQSa1wzDq9dFG6cgVkIBClDAZAIMsJwEWI4BigQL77zzDurVq3fBF+XkMGsJuOTLgRJWFb4KH6buLMByXH3j7CuEcr7V2LFjtVUusmJGgiU5g6p69eoXnB0l/etf55NwozQBlrS1dOlSbVxy6LfUuWLFCo8Pmi9JgCV966vgXH2FUMapf8XQVaBj1DOwZLxiK2dMyZcR5fB6Gbfjpb87cgi7BIhyRpmr8Tp73xzPN5NgtvB76+z9kfBS+pQQV7bKFv7ypbtnlpnsfxvdLlc9Phf2f292+36j3HjvGwre/DZv9ZW71/O3hGLyKNd/a8wAy11R3mcWgeR3+kA5d84s5bpV59997sJU9Sq37uVNFKCAdwTuGxiFIa1d/G2Rd7piKxSgAAUsKcAAy0mA5RgolClTRvtCoLM/7Oshi9wjK6Tat2+ff5D1hg0btEAiLS0Nn376Kbp37+70DCzpS4IBWcEi1/Tp07UD4OXwdwkbZPXVu+++m3/o9t69e3HVVVdpP3vxxRcxatQorU8J3eQAegnB/vnnH62t0gZYsiVSzluSFWmyGk2+6DhnzhzIVxfdvUoaYOnB3ebNm7V+X3311fwv5h0+fBgTJkzQQj1xfe+99yBnObkKdIwcYEkIdMstt2jvQtOmTbWgqGHDhhqzBEjyHsg45dB72R4qW0ddjddZgCXtSTApAZh8RVDOeZOvNco7JAe1y5c8169ff8H7M2PGDO08N9miKu+6BLpyyXv3/fffa8+VK1cuvzZ33w9r3KfAtqoyYEsyzXDSMoHLH7Pj1y2efUmQAZZpppiFelFAVWKQNK2RF1s0RlP22g1xbb13jFEMq6BAEAhEhQPfTIqD/CcvClCAAhQomQADrCICLNmGdvXVV2PXrl2QgEpWxTRqVPBfYCUgkK1u8hU9ufQvyMmvS+gllwQtEiSFh4cXGWBJCCAh1TPPPFOgHQmQcnNzUa1aNW1rlgQbsgJL2pNQzLFP/Qt1EnDImVjyNcLRo0fjpZde0u5z9rVDVwGIPKdvbZP/21mI5+q1K2mAJe1KECerzY4dO6Z1I4foy2HyZ8+e1f67hDgff/yx9gU8uVyNx8gBltQv50pdf/312Lkz76Bg+QiAnKEm49LPU5PAadCgQW6Nt6gAq/A5avLeyllY0o/erxg7BqDyM9mqKV+6lEvOQJPQUH/v5MMB8v7KfOlfI3RcmeXsi4yl/bmrd8+fP1d23Qfl8Bv+7JJ9UYACfhJQ0hsjeab7f3Hjp7K80s2niTPxfU5zr7TFRihAgeIFhrSOwH0DeXg73xMKUIACpRFggFVEgCWosupFvromXxGcPXu2tmKl8CUroSTAkoPVJeySoEH+MC9nZT388MPo2LHjBX+gl1VFhc+7klBBfv2VV17RtpNJOxIsyGosWVUl4Y1+OfvyoYQ4N9xwg7bqa/v27RgxYoS2DU1W68i2tJIGWHKGl7QlAYecmdSgQQOP3rfSBFjSkZwNJls4v/zySy3gkUtW/8gKomuuuabAajCzB1gyNlltJQejy/umj1feAzn3TMLSqlWr5vu7Gm9RAZY0IO+brLSSjwH89ddfWpsSCD777LNaSDV16tQCAZY+F7KNVcJT2WoolwRssgpOziPTV4zpBZY2oHL1vEcvoo9vVlM3wf5HBx/3wuYpQIFACNhO90Lqe+ZZYemJ0ZkOQ3BnvPvnWnrSNu+lAAUKCrx+QwyaVHe9DZ9uFKAABShQtIBhAywjTJoeYMmql8svv9wIJfm9Bj3AksPiJcyTlWS8KECBCwXsf/WFen4VaShAAYsJ5Oy/Eunz8kJ7y11hYbiz93c4Y4+13NA4IAoYSaBpjVDMvD7GSCWxFgpQgAKmFGCAVcS06ec/yWonOeuqSpUqppzg0hTt+KU//aD00rTHZylgZQH1+Cew/3vhxxysPGaOjQLBIJC1eTQyf9ph2aFu7HsfXlSGWXZ8HBgFjCBw/6AoDGrFvwQ2wlywBgpQwNwCDLAc5k/Ol5JL/lMO0ZbtfM6+DGjuKS++egmtZPyy0mrVqlW4/fbbUbduXXzyyScoX768lYfOsVGg1AK21TWAnJOlbocNUIACxhHIWDEa2eusG2DZ6jbB2EveNA44K6GAxQQSokOw4L5YhIZYbGAcDgUoQIEACDDAckDXz4nKzMzUflW+uDZv3rz8Q8IDMD9+79Lx3CHpXM7zmjVrFmQLIS8KUKB4AWXvE1AOvEAmClDAQgKpX18J2y6LbiH83zx9mPgmFuc0sdCscSgUMI7AyI4RmNCHh7cbZ0ZYCQUoYGYBBlgOsyeHYsuh6bt370arVq20L/g1btzYzPPrce2yAuuRRx6BHNYtX8GTr8fJYen6l+U8bpAPUCCIBNTM/bCvbVjiEe9I7Y0TWXlfO60SvQONEpaXuC0+SAEKeEcgeVYvKOeteYi7LnSq0xW4O/Ye74CxFQpQoIDABxNiUKsCD2/na0EBClDAGwIMsLyhyDYoQAEK/E/Avm0M1JNfeuRhU6Pw88lJOJNTp8BzFSP3o1/llxEeku1Re7yZAhTwjoCqJCBpWn3vNGbgVkIio3BLt4VIVS/82rKBy2ZpFDC8QNdLw/H01fx9ZfiJYoEUoIBpBBhgmWaqWCgFKGAGAfXcctg3DfCo1A3nr8H21D5On2mcsAztys/3qD3eTAEKeEdASW+K5JnBsfXnj74P4GWFxwV4581hKxTIE5h6TTQ61AsjBwUoQAEKeEnAkAHWlClTkJKS4qUh+qYZOR+LFwUoYD6B/fv3G67o+vXrIyIiwmldceHncFW1hw1XMwuiQDAI2E73Qep754JhqMit3wLX1XotKMbKQVLAHwINq4bi7Zti/NEV+6AABSgQNAIMsIJmqjlQClDAqAKNGjUq8py5sJBcjKl5h1FLZ10UsLRAzr6rkP6F8UJvX6HPHjgLv2Rf6qvm2S4Fgkrg/kFRGNQqPKjGzMFSgAIU8LWAIQMsI66Q8PVEsH0KUMBaAvato4Cck24NamvG9UiyO1/VKYe596v0slvt8CYKUMC7AlmbRiNz8Q7vNmrg1o53uRr3Rd9p4ApZGgXMIVAhPgTz7441R7GskgIUoICJBAwZYJnIj6VSgAIUcCqgHJwOZc9jbukcymiDVWduc3pvj4pvo1bsJrfa4U0UoIB3BTKWj0L2+p3ebdTArYXExuG6zguRo/LMHgNPE0szgcBNPSIx9jLnRwOYoHyWSAEKUMCwAgywDDs1LIwCFDC1gC0FttVVASXHrWHsSeuKLclDkG6/SLs/LuwcWpT9AfXj17j1PG+iAAW8L5D65RWw7Tno/YYN3OLafg9jpt2zD1EYeDgsjQJ+FwgPBb66JxYJMSF+75sdUoACFLC6AAMsq88wx0cBCgRMQNn9EJRDnm3/O59TU6u3fOThgNXNjilAgTyB5Ld6QklODiqOnEtb4/rqnv3vVlABcbAUcCFwdYcITOwbHF8v5ctAAQpQwN8Chg+wTp48iT/++APnz5+H3W5HeHg4qlSpgvbt26NcuXJOvbKysrB582bIWVryf8vlznNF4SuKgn///Vf7JyMjA6qqIjo6GvLlsFatWjn9etjp06exZs0aJCcnIzQ0FDVq1ECXLl205wpfMrYlS5agTJkyGDBgAMLCuHTf378R2B8FfCKQdRC23+r7pGk2SgEK+FZAtZdF0vS6vu3EoK2/mfgeVufUM2h1LIsCxhaYe3ssqpXn6itjzxKrowAFzCpg6ABLAqMNGzZowZWEOvKZ+dzc3Pwgq0OHDrj00oJfy5Ew6Oeff0Z6ero2J5GRkVqAlJOTAwmiJMhy9lxREyh9r1u3Drt27dJukRpCQkK09uSqVKkSevfujZiY/z6Tm5SUhKVLlyI7Oxt16tTR/vPIkSNa4JaYmIioqKgC3f3+++/YvXs3evbsiVq1apn1XWLdFKCAEwFlx21Qjs6hDQUoYDIBJa0Fkl8Pzr9QOnrZNbg/yvm5fCabRpZLAb8KJLYMx+TBBf89368FsDMKUIACFhcwbIB15syZ/BBIPjHfsWNHLYiSAEsCpT179iAuLg4DBw5EQkKCNk0SNslKJlm1JWFRr1698ldpyUqslStX4vjx41rYJCudypcv73J6d+zYgfXr12sBWqdOnbRVV3JJO6tWrUJmZiaaNGmi1adfErpt3boVbdu2RYsWLbRflnsPHDiAyy67LL8N+XV9nBUrVkSfPn24+srljPAGCphLQE3bBvv61uYqmtVSgAKwneyL1PfPBqdEQhmMar8wOMfOUVOgFALvjotBvcqhpWiBj1KAAhSgQHEChg2wZFWShEcVKlTQQipZ+aRfso3vxx9/RGpqqhYINWzYUPuRBFfLli3Ttvj17dtX22roeMmqrMWLFyMlJaVAuFQUkIRlP/30E86ePYvmzZujXbt2BW6VLYqrV6/WtgU6BmnSh2whlABNtg7KJWORMUkY17lz5/x2li9froVhEl4VrpevLgUoYA0B+z/XQz3xuTUGw1FQIEgEcvZejfT5+4JktBcOc1X/x/C2rW/Qjp8Dp4CnAr2ahOPxK7j6ylM33k8BClDAEwFDBliy1W/t2rU4ePAgGjdujDZt2hQYk2zJk2BJtgvKGVStW+etbpBVWbJaSl+ZVXirntwjK7SOHTt2QZDkDE0PxGTLoKzYkjDN8ZJVXVKHBGL6yiq9NlmZNXjwYO1cK8cAS1ZwdevWTfs12Va4YsUK1K5dG927d/dk3njv/7d3H2BWVVf/x3/TZ0B6770XQTqiICDVXgF7rzG+Gk1MM0ZjNPYeSzSxxmg0RlGjRmNFBRQQ6UV6h+n9nvP/70MuGYZhuHPn3junfM/zzKPMPWfvtT77+sZ3ufc6CCDgIQE7d65Cc0d7KGJCRQCBovkzVfzessBCFPcZpvPb/CGw+ZM4AjUVePi8LPVpx+6rmrpxPwIIIFATAVcWsA6VQPjYXXl5eY36RpkjhmZ31Pbt2yMqYJm+V59//rlzDNHssKqqAXtVBTHzO7MDy/TGatu27X4FrPAOrPBxR1P8ivQ446Fc+BwBBNwrEPpuhuztf3dvgESGAAL7CRR8MEOlc5cHWuX+KX/Wl6WdAm1A8ghEInBUr1T95lR2X0VixT0IIIBAbQQ8VcAyRZ81a9Zo/vz5Tu8pczzPFIkifWvf1q1bnSOGZodXJA3TzTyLFi2S6U9lmq9XPMYYRg8fdTSFKlOIMlf4d9X1wDK7xUxxrH///s5xRi4EEPC3gJ0zR6F57LT09yqTnZ8E8l4+UeVr1vsppRrnsv6oWbox7ZIaP8cDCARN4IFzMtW/QzBf+hC0tSZfBBCoWwHPFLDCO50MlznS17VrV6eXVFVFpapITcHLvBlw9+7datWqlVNsOlThq6riVOWxq7rnYG8hNEcQzbymgGaOHpqCnCmMmSOPXAgg4H+B0HdnyN7+uv8TJUMEfCCQ/fDRsvPyfJBJLVJo3FQzjmDnaC0EeTQAAmN6peoWdl8FYKVJEQEE3CDgiQKWaab+/vvvKycnxyn6mD+byzQ9NzupzFsFq7tM8co0SzdHB+vVq6dJkyZF9AbCaAtYJhZzhPCzzz5zYjZvT+zQoYNGjx4t05fL7Or69ttvNWzYMOcNhqaoZnp+maORpjjXokULjRkzZl//LDd8UYgBAQRqL8AurNobMgICiRCwy5sq+y6Ozhnrf0+6WU+Wj0sEO3Mg4EmBB87NVP/27L7y5OIRNAIIeE7AEwWsyqqrV6/W119/LdNE3RSGzNv+DrabyvSYMo3STZHIFLrMvWYHViRXbQpYBxvfvDnR7L4yhTSzG6u0tNTpy2XekGiORKampuqHH3444M2GkcTLPQgg4H6B0HczZW9/1f2BEiECARaw8gcp56GkAAv8L/WifqN0QavbsUAAgSoExvZJ1a9PpvcVXw4EEEAgUQKeLGAZnJUrVzq7lkzBZ+LEiVUWpcxbBD/++GOnOGSO6Zl+WaafVaSX2Sll+mC1bNnSOepXVZEsXORq166ds7PrUJe538Ru3kTYpUsXfffdd5o3b95+TeXNn83vK/bQOtS4fI4AAt4Q4I2E3lgnogy2QNnWScp/ZkewESpk/4cpz+mb0vZ4IIBAJYFHzs9S77a8eZAvBgIIIJAoAc8WsMzOqtmzZzs7mI488kh17959P7Ply5c7u7TMmwqbNm2qY4891tn1VJMr2rcQHmyO8NsTTRFtwoQJTkHMHG3csGGDxo4dq86dOzuPmj+bXWPmiGQkRbGa5MS9CCBQ9wKh78+XvfWFug+ECBBAoEqB0pWnquDVNej8V2Dt0efqptQL8EAAgQoCx/ZP1c9OYPcVXwoEEEAgkQKuLGDl5+c7bws0fzW9oMKFnYowplG6OYpn+mGZY4HmKGH4Wrx4sbNzyjRLN8+aMSJt9l5xDrODy8Rh+lKZ436mCXvFq7CwUG+//bazw6uqIlrlhTTFqs2bNzs7xkxxylymOb3pzWVyMEcIzbVx40angGV2foXfbJjILwVzIYBAfAXs/MUKfTU4vpMwOgIIRC1QNG+mit9fFvXzvnuwWUvNOPxl36VFQgjURuCpS7LUpQW7r2pjyLMIIIBATQVcWcAyjdpNXyhT2OnYsaOzW6nyFT7eZ44GTp06VQ0aNHBuWbJkiebOnSvbtp1jecOHD3eaqEdzmeKYKZLt2rVLAwYM0NChQ/cbZu3atfr0008j6lcVLkqZo4bmKGP4YgdWNCvDMwh4X8BadpWsTU94PxEyQMCHAgXvn6nSeSt8mFn0Kf1r8q16pmxM9APwJAI+EjjhiDT9eEq6jzIiFQQQQMAbAq4sYBm6VatW6fPPP3cUBw4cqMMPP9wpRJldVWaH1cKFC53jgeYtfiNGjHDuM7uy3nvvPWdHVJ8+fTRy5Mhar8KyZcv01VdfOcf9zDw9evRwxtyyZYvTX8u84dAUykaNGnXQuUxBzuy0MvGZI4EV+3BV1wPLFMxM4YwLAQR8KFC8TuWf73/02YdZkhICnhTIe+kElf+wwZOxxyvogoFjdFHzW+M1POMi4CmBl66up5YNedGDpxaNYBFAwBcCri1gGV1TOFq6dKmzm8oUkMwxQLMryhSEzGWaoJtm6OHm6uGG6pGsTMWiU7iflnmroSlEmc/Cl5nL7LIyu63MZWIwRwpN7y1zmWN+ZkeVecPhwa5wMa5nz54HFLpMAcwU3XJycvY7QtioUSOn2FXduJHkyT0IIOBeAWv1L2T98Af3BkhkCARUIPvBMbILCgKa/cHT/t2Ul/Rd6d4WCFwIBFVg1ug0XTSO3VdBXX/yRgCBuhVwdQHL0Kxfv97ZbbVnzx6ncGWKVU2aNHF2ZJnjheHLFLbMsUPTKD2SK9IClhnL7PoyRxPNj+l7ZQpqmZmZTuP4QYMGVdtfq6SkxDmGaApeFY86VozRFNA+++wz7dix941HLVq0cPp2NWzYMJJUuAcBBLwqEMrbuwurbLdXMyBuBHwnYJe3UPZdvHGvqoVdNfZC/TLlHN+tOQkhEKlAw6wkvXhVlrLS2X0VqRn3IYAAArEUcH0BK5bJMhYCCCDgNgFr/f2yVt7gtrCIB4HACoRyj1DuI3Zg86828ZZtNaM/b1DlyxFcgSsnpuvU4WnBBSBzBBBAoI4FKGDV8QIwPQIIIBD6cqDsgqVAIICACwTKtk5W/jPbXRCJO0OYPeV2PVd68L6f7oyaqBCovUCn5sl6+tKDtwyp/QyMgAACCCBwKAEKWIcS4nMEEEAgzgL2tpcVWnx2nGdheAQQiESgZMVpKvz76khuDeQ9eYPG6ZKmNwcyd5IOtsCvTsrQuL6pwUYgewQQQKCOBShg1fECMD0CCCBgBELfTpO9+30wEECgjgWK5s5S8QfsiKxuGW6e/DctL2tRxyvF9AgkTmBY1xTdMSMzcRMyEwIIIIBAlQIUsPhiIIAAAi4QsHO+UGjeWBdEQggIBFug4F9nqvSbFcFGOET2y8ddopuTZ2GEQGAEHjovS33bJQcmXxJFAAEE3CpAAcutK0NcCCAQOAFr2ZWyNj0ZuLxJGAE3CeS9eJzK121yU0iui8Vu00Ez+zzrurgICIF4CBx/RJqunZIej6EZEwEEEECghgIUsGoIxu0IIIBA3ARKt6r8i15SqDBuUzAwAghUL5B9/2jZRUUwHULgH1P+oL+WDsMJAV8LZKUn6bkrstSkfpKv8yQ5BBAnWs7pAAAgAElEQVRAwCsCFLC8slLEiQACgRCw1t8ra+VPA5ErSSLgNgG7rJWy727rtrBcGU/OERN0WeNfujI2gkIgVgJXTEzXacPTYjUc4yCAAAII1FKAAlYtAXkcAQQQiLVA6OsRsvO+ifWwjIcAAocQCOUOVe4jIZwiFLhp0t+1trxphHdzGwLeEujZJlmPXZDlraCJFgEEEPC5AAUsny8w6SGAgPcE7F3vKrTgeO8FTsQIeFygbMsU5f95m8ezSFz434+/QrfqjMRNyEwIJFDg92dmani3lATOyFQIIIAAAocSoIB1KCE+RwABBOpAwFpyoawtz9XBzEyJQHAFSpafrsLXVgUXoIaZW+27aFbPp2v4FLcj4H6ByQNTdeNxGe4PlAgRQACBgAlQwArYgpMuAgh4RKBkk8rn9KWhu0eWizD9IVD01SwVf7jUH8kkKItXp9yjV0uPSNBsTINA/AUy05L0l8uz1LwBjdvjr80MCCCAQM0EKGDVzIu7EUAAgYQJWBsekrXiuoTNx0QIBF2g4N0zVPrtyqAz1Cj/PUMn64qGP6vRM9yMgJsFrjo2XacMo3G7m9eI2BBAILgCFLCCu/ZkjgACHhAIzR8vO/tTD0RKiAh4XyD3+ekKbdjs/UQSnMH1k97QpvKGCZ6V6RCIvcDAjim67+zM2A/MiAgggAACMRGggBUTRgZBAAEE4iNg58xRaN7R8RmcURFAYD+B7HtHyi4pQaWGAosmXK3b7VNr+BS3I+A+gQfPy1K/dsnuC4yIEEAAAQQcAQpYfBEQQAABlwtYq26Ste5ul0dJeAh4W8Aqbauce1p5O4k6ij7UqYfO6vZEHc3OtAjERuDMkWm6dHx6bAZjFAQQQACBuAhQwIoLK4MigAACsRUIfTlAdsGy2A7KaAggsE8glDNcuY+WIRKlwItTHtA/SwdG+TSPIVC3Ah2bJeuZy7LqNghmRwABBBA4pAAFrEMScQMCCCBQ9wL2ztkKLTyp7gMhAgR8KlC2aZryn93i0+zin9au4dN11WE/if9EzIBAHARuOz1To3qkxGFkhkQAAQQQiKUABaxYajIWAgggEEcBa9nVsjY9HscZGBqB4AqULDtdha+vCi5AbTNPTtbVE/6pnaH6tR2J5xFIqMDxg1N17dSMhM7JZAgggAAC0QlQwIrOjacQQACBxAuEChX6cqDs4nWJn5sZEfC5QNGXs1T80VKfZxnf9L6ZeK3+YJ0Y30kYHYEYCrRsmKSnL81SVnpSDEdlKAQQQACBeAlQwIqXLOMigAACcRCwt7+u0HdnxGFkhkQg2AIFb5+h0oUrg41Qy+zLu/TR2V0ereUoPI5A4gR+fUqGxvZOTdyEzIQAAgggUCsBCli14uNhBBBAIPEC1rIrZW16MvETMyMCPhbIfXaaQpvogVXbJf7L1Ef0Tknf2g7D8wjEXWDaoFRdP42jg3GHZgIEEEAghgIUsGKIyVAIIIBAQgRCRQp9NUh20ZqETMckCARBIPvu4bLLeAthbdd6+8gTdU29a2s7DM8jEFeBVo2S9KdLODoYV2QGRwABBOIgQAErDqgMiQACCMRbwN75lkILT473NIyPQCAErJIOyrm3eSByjXeSSWnpunTsG8qxMuM9FeMjELXAb0/L1JE9eetg1IA8iAACCNSRAAWsOoJnWgQQQKC2AtbKn8ha/0Bth+F5BAIvEMoeqdzHSgLvECuAr4/9ie4NTY/VcIyDQEwFTh6apqsnpcd0TAZDAAEEEEiMAAWsxDgzCwIIIBAXgdDXw2TnLYjL2AyKQFAEyjZOV/5zm4OSbtzzLOs+QOd0fDDu8zABAjUV6NIiWU9enKUkXjpYUzruRwABBFwhQAHLFctAEAgggEB0Anb25wrNHxfdwzyFAAKOQMmSM1T4Bm8gjOXX4akpj+mD0t6xHJKxEKi1wD1nZWpQJ44O1hqSARBAAIE6EqCAVUfwTIsAAgjESsD64Q+yVv8iVsMxDgKBEyicM0sl/1kauLzjmfDWUafo2qwfxXMKxkagRgLnH52uc8ak1egZbkYAAQQQcJcABSx3rQfRIIAAAlEJhBaeKHvn21E9y0MIBF0gf/bpKlu0KugMMc0/KauezjvyDRVbqTEdl8EQiEZgaJcU3TmTFwtEY8czCCCAgJsEKGC5aTWIBQEEEIhWoHi9yr8eJpXtjnYEnkMgsAK5f56q0Jatgc0/XonPmfRTPVA+JV7DMy4CEQlkpSfp8Ysy1a5JckT3cxMCCCCAgHsFKGC5d22IDAEEEKiRgL3tFYUWz6rRM9yMAALSnj8MlUIhKGIsUNpzkM5tf1+MR2U4BGom8LPjM3TsAHYC1kyNuxFAAAF3ClDAcue6EBUCCCAQlYC18gZZ6++P6lkeQiCIAlZJJ+Xc2zSIqSck58emPKmPS7snZC4mQaCywIlD0nTN5HRgEEAAAQR8IkAByycLSRoIIIBAWCA0/xjZ2Z8BggACEQiE9oxW7h+LIriTW6IR2HTkGbo+44poHuUZBGol0Lttsh45P6tWY/AwAggggIC7BChguWs9iAYBBBCotYBdsFShuSOlUGGtx2IABPwuULbhOOU/v8nvadZZfkmHNdTM4f+QpaQ6i4GJgyeQnCQ9dmGWurei71XwVp+MEUDAzwIUsPy8uuSGAAKBFbC3vqjQ9+cFNn8SRyBSgZLvz1ThP1dEejv3RSHwyaRf6NHyiVE8ySMIRCdw/bQMTRtE36vo9HgKAQQQcK8ABSz3rg2RIYAAArUSsFb+VNb6e2s1Bg8j4HeBos9nqfiTpX5Ps07zK+kzVOe1uatOY2Dy4AjQ9yo4a02mCCAQPAEKWMFbczJGAIEACYS+nSp79wcByphUEaiZQP6bp6ls8eqaPcTdNRZ4cMoz+qK0c42f4wEEaiIwoEOK7j8nsyaPcC8CCCCAgIcEKGB5aLEIFQEEEKixQPEGlc8dLZVurfGjPIBAEARyn56s0LbtQUi1TnNcP2aWbky/pE5jYHJ/C9TPSNIjF2SqQ1P6Xvl7pckOAQSCLEABK8irT+4IIBAIAXvXuwotOD4QuZIkAjUV2HPHEZJt1/Qx7q+pQKMmmjHktZo+xf0IRCzwm1MydFRv+l5FDMaNCCCAgAcFKGB5cNEIGQEEEKipgLX+Plkrb6zpY9yPgK8F7OKuyr6vka9zdFNyH03+tR4vO8ZNIRGLTwQuODpdZ49J80k2pIEAAgggcDABClh8NxBAAIGACFhLL5e1+U8ByZY0ETi0QPnuI5X3eOGhb+SOmAgU9RupC1r9PiZjMQgCYYEJ/VL18xMzAEEAAQQQCIAABawALDIpIoAAAmGB0PzxsrM/BQQBBCSVrT9B+S9swCKBAndPeVbzSjskcEam8rNAzzbJeujcLKWm+DlLckMAAQQQCAtQwOK7gAACCARJoPgHlc8dI5VuC1LW5IpAlQLFi89U0Zsr0EmgwA9HnaOfpV2YwBmZyq8Cpmn7g+dmqnMLmrb7dY3JCwEEEKgsQAGL7wQCCCAQMAF7978V+nZKwLImXQQOFCj8bKZKPl0GTSIFmrbQjEF/S+SMzOVTgVtPy9Tonmy98unykhYCCCBQpQAFLL4YCCCAQAAFrE1PyVp2RQAzJ2UE/ieQ/8apKluyBpIEC7w3+bd6uuyoBM/KdH4SuHJiuk4dTtN2P60puSCAAAKRCFDAikSJexBAAAEfClirfynrhzt9mBkpIRCZQO6fJim0fUdkN3NXzAQKBxypC1vcFrPxGChYAqcMS9NVx6YHK2myRQABBBBwBChg8UVAAAEEAixgfX+erK0vBliA1AMrYKdqzx0DApt+XSd+++QXtaisTV2HwfweEziyZ4p+e1qmx6ImXAQQQACBWAlQwIqVJOMggAACHhUIzZ8gO/sTj0ZP2AhEJ2AX9VD2/YdF9zBP1Vpg9dgL9IuUc2s9DgMER8C8cfD+s7OUwcnB4Cw6mSKAAAKVBChg8ZVAAAEEgi5Qslmh+eNlF60OugT5B0igfNfRynsiL0AZuyzVFm00YwC7P122Kq4Np9lhSbrv7Ey1a8obB127SASGAAIIJECAAlYCkJkCAQQQcLuAnTtfoW8mSKECt4dKfAjERKBs3YnKf3F9TMZikOgE3p58u54tGxXdwzwVKAFTvBrYkTcOBmrRSRYBBBCoQoACFl8LBBBAAAFHwN45W6GFJ6GBQCAEihfNUNHs5YHI1a1J5h8+Vhc3+41bwyMulwj86uQMjeuT6pJoCAMBBBBAoC4FKGDVpT5zI4AAAi4TsDY/I2vppS6LinAQiL1A4SczVfL5stgPzIg1Erhl8staWtayRs9wc3AEfjQpXScNpelVcFacTBFAAIHqBShg8Q1BAAEEENhPwFp3l6xVP0cFAV8L5P/jVJUtXePrHL2Q3PJxF+vm5LO8ECoxJljg3DFpOu/o9ATPynQIIIAAAm4WoIDl5tUhNgQQQKCOBKxVN8lad3cdzc60CMRfIOfJibJ27or/RMxQrYDduoNm9n0WJQT2EzC7rszuKy4EEEAAAQQqClDA4vuAAAIIIFClgLXsClmbnkIHAf8J2Bnac0df/+Xl0YzemHKnXiod7tHoCTvWAhP7p+qmEzJiPSzjIYAAAgj4QIAClg8WkRQQQACBeAmEFs+Sve2VeA3PuAjUiYBV1Es599erk7mZ9ECB3METdGmTX0KDgEb1SNFtp2cigQACCCCAQJUCFLD4YiCAAAIIVCsQWnC87F3vooSAbwTKd45T3pM5vsnHD4n8fPKrWlPWzA+pkEOUAod3StFdMzOVkhzlADyGAAIIIOB7AQpYvl9iEkQAAQRqKWCVKPTtVNnZn9ZyIB5HwB0CpT+cpIKX1rkjGKJwBJYcc7l+m3QmGgEV6NUmWX+YmanDMpMCKkDaCCCAAAKRCFDAikSJexBAAIGgC5TtVmjBNNm584MuQf4+ECheOFNFby/zQSb+ScFq11mzej3jn4TIJGKBzi2SdeeMTDVvQPEqYjRuRAABBAIqQAEroAtP2ggggECNBUo2K7Rguuz8xTV+lAcQcJNA4cczVfIFBSw3rYmJ5dUpd+vV0iFuC4t44ijQrkmy7piRobZNODcYR2aGRgABBHwjQAHLN0tJIggggED8BeyitbIWHCe7cEX8J2MGBOIkkPfaKSpfvjZOozNstALZQyfp8oY3Rfs4z3lMoFWjJP3+zEx1ak7xymNLR7gIIIBAnQlQwKozeiZGAAEEvClgileWaexetMabCRB14AVyHp8ga/fuwDu4EeCGSf/QhvJGbgyNmGIoYI4LmuJV15YUr2LIylAIIICA7wUoYPl+iUkQAQQQiL2AXbBU1oITZBf/EPvBGRGBOArYVpay7+wdxxkYujYCi8Zfrdt1am2G4FmXCzQ9bG/xqnsrilcuXyrCQwABBFwnQAHLdUtCQAgggIA3BOyCJbIWnEgRyxvLRZT/FbAK+yjngUw8XCpgdeyuWd2fdGl0hFVbAVO8uv2MTPVoTfGqtpY8jwACCARRgAJWEFednBFAAIEYCTg7sRaeKNMbiwsBLwiU7zhGeU9leyHUwMb416n36x8lhwc2f78mbo4N3nY6xSu/ri95IYAAAokQoICVCGXmQAABBHwsYBcul7XwJNmFq3ycJan5RaB0zckqeJmjr25ez13DpumqBje4OURiq6FAy4ZJuu2MTHWj51UN5bgdAQQQQKCiAAUsvg8IIIAAArUWsItWy1p4ssyOLC4E3CxQvGCmit5Z5uYQiS0pSddMfFPbQ/Wx8IFA2yZ7d17xtkEfLCYpIIAAAnUsQAGrjheA6RFAAAHfCBRvUGjRKbLzFvgmJRLxn0DhRzNV8iUFLLev7LcTf6w7rZPcHibxHULAFK1uPT1D7ZrQ84ovCwIIIIBA7QUoYNXekBEQQAABBMICpTsUWnSq7Jw5mCDgSoG8V09W+UqOELpycSoEFerSW2d1ecztYRJfNQI9Wyfrt6dlqkXDJJwQQAABBBCIiQAFrJgwMggCCCCAwD6BUL5Ci06TvfvfoCDgOoGcx46RlU0Td9ctTBUBPTvlYb1d2s8LoRJjJYGBHVJ0y2kZaphF8YovBwIIIIBA7AQoYMXOkpEQQAABBPYJ2AotOl32jjcwQcA1ArbVQNl3dndNPARSvcCOESfoR/X/DyaPCYzonqJbTs1UWorHAidcBBBAAAHXC1DAcv0SESACCCDgXQFryYWytjzn3QSI3FcCVkF/5TyY5qucfJ1MWpouH/dPZYcyfZ2mn5Ib3zdVvzgpw08pkQsCCCCAgIsEKGC5aDEIBQEEEPCjgLXiOlkbHvJjauTkMYHy7ROU96fdHos62OHOPfZ63RM6LtgIHsn++CNSde0UilceWS7CRAABBDwpQAHLk8tG0AgggIC3BKy1t8lac4u3giZa3wmUrj5FBX9b67u8/JxQebf+OrsTBXC3r/FZR6bpwrHpbg+T+BBAAAEEPC5AAcvjC0j4CCCAgFcErI2PyVp+jVfCJU4fChR/O1NF7y7zYWb+TunpqY/pvZLe/k7Sw9ldMTFdpw3naK6Hl5DQEUAAAc8IUMDyzFIRKAIIIOB9AXv7qwp9N0uS7f1kyMBzAoUfzlDJV8s9F3fQA9426mT9OIvitxu/BzedkKGJ/VPdGBoxIYAAAgj4UIAClg8XlZQQQAABNwvY2Z8qtPgsqWSLm8MkNh8K5L1ykspXrfNhZv5OKSkzS+cf+YaKbHb5uGWl62Uk6TenZGhIF1416JY1IQ4EEEAgCAIUsIKwyuSIAAIIuEzALlwl6/uzZefOd1lkhONngZxHxsrKzfVzir7N7ctjb9T9oam+zc9LiXVpkey8adD8lQsBBBBAAIFEClDASqQ2cyGAAAII/E8gVKjQ9+fI3vFPVBCIu4AdaqzsP3SJ+zxMEB+B0p6H69z298dncEaNWGBY1xSneNUgMyniZ7gRAQQQQACBWAlQwIqVJOMggAACCEQlYK24VtaGR6J6locQiFTAyh+onIc47hSplxvv++PUJ/Sfkh5uDC0QMU0fnKrrpmYEIleSRAABBBBwpwAFLHeuC1EhgAACgRKw1t8na+WNgcqZZBMrUL5tovKe3pXYSZktpgKbR5+u6zKvjOmYDBaZwIXj0nXWaHqQRabFXQgggAAC8RKggBUvWcZFAAEEEKiRgL3jHwp9f4EUyq/Rc9yMQCQCpatOVcErayK5lXtcKpBUv4FmjnhDlji+lqglSkmWfnZ8hsb3402DiTJnHgQQQACBgwtQwOLbgQACCCDgGgE7/ztZSy6QnbfQNTERiD8EiubPVPF7y/yRTICz+HTSz/VI+bEBFkhc6h2aJTvFq95tadaeOHVmQgABBBCoToACFt8PBBBAAAF3CVhFCi25SPa2V9wVF9F4WqDggxkqnbvc0zkQvFTSe4jOa3s3FHEWGNUjRT89nmbtcWZmeAQQQACBGgpQwKohGLcjgAACCCRGwFpzi6y1tyVmMmbxvUDeyyeqfM163+W5vKBI96zdrPd2ZqswZDn59a6fpas7tdYJrZoqM9l/u2cemvK0Pi/ljZLx+jKfMTJNl41Pj9fwjIsAAggggEDUAhSwoqbjQQQQQACBeAvY215WaMklklUU76kY3+cC2Q8fLTsvzzdZltm2Hvphi+5Ys+mgOY1v1khP9O+mhqn+evvihjEzdUP6pb5ZSzclcsNxGZoykH5XbloTYkEAAQQQ+J8ABSy+DQgggAACrhaw8xfLWnqp7Ny5ro6T4NwrYJc3VfZdndwbYA0jsyU9sm6Lfrtqo/PkKa2a6Vfd26tdZrr2lJXr4XVb9dC6Lc5n57drqdt7dVRqko8anzdqrBlDXq+hGrdXJ9ClRbJ+Mp1+V3xLEEAAAQTcLUABy93rQ3QIIIAAAv8VsJZeJmvz03ggUGMBK3+Qch7yTwHHHBs8cf4y7S4r1zntWuiOXp2UVqFAZQpcd67ZpHvXblaj1BS9OaSPeh+WVWM3Nz/w0aRf6fHy8W4O0TOxTeiXquunZyiDjVeeWTMCRQABBIIqQAErqCtP3ggggIAHBayNj8pa/mMPRk7IdSlQtnWS8p/ZUZchxHTuu9Zs0l1rN6tH/Uz944jeapGedsD4C/MKdML8ZcpIStaD/bpoSvPGMY2hrgcr6jtCF7S+o67D8Pz8l45P15kjD/z+eD4xEkAAAQQQ8KUABSxfLitJIYAAAv4VsHPmyFp2hez87/2bJJnFVKB05WkqeHV1TMesq8Gyy8t1xrcrtCC3QDd0aasburarq1DqfN57pvxFc0s71nkcXgygTeNkXTctXUd09ld/NC+uBTEjgAACCEQuQAErcivuRAABBBBwi4BVImvZVbK2/MUtERGHiwWK5s1U8fvLXBxh5KGtKCjS8fOXKbusXK8M7qWjmzaM/GGf3bnuqLP107SLfJZV/NMZ1ydV/zc1XYdl+udYbfzVmAEBBBBAwA0CFLDcsArEgAACCCAQlYC18XFZy6+O6lkeCo5AwfszVDpvuS8S/veuHM1csEKHpaTozaG91TEzQ4+t36rnN+/Q1pIyJ8fe9bN0fZe2Oq5lE6X4qXl75RVs2lwzBr3ii3VNVBKXT0jX6SM4Mpgob+ZBAAEEEIitAAWs2HoyGgIIIIBAggXsvAWylv9Ids6XCZ6Z6bwikPfSCSr/YYNXwq02zn/tzNY5C1eqfWa67uzVSTcuX6dNxaVVPnN8yya6r08XNUz17zGx9yffoj+VHe2LtY1nEt1aJevHk9PVr71/vwvx9GNsBBBAAAF3CFDAcsc6EAUCCCCAQC0FrJU3ylp/Xy1H4XE/CmQ/OEZ2QYEvUnto3RbdumqjkpOkjORklVu2ftq1nc5v39IpVO0oLXMavP9543Yn36reUugLiP8mUThgtC5s8Ts/pRTzXE4ckqYfTU4XBwZjTsuACCCAAAIJFqCAlWBwpkMAAQQQiJ+AveOfCpm3FJZsjN8kjOwpAbushbLvbu+pmKsLNlzAMveYItZT/bs7RwUrXrakO9ds0r1rNys9Ocl5U+HQRof5xqByIr+f8oIWlrb1bX7RJtaoXpKunpSu8X1Tox2C5xBAAIGIBAoKCnTeeedpzpw5zv0nnniiHnzwQaWmHvz//pSXl+uaa67RG2+84Tzz85//XFdddVVE83FTcAUoYAV37ckcAQQQ8KdA2R5ZK66VtfVFf+ZHVjUSCOUeodxHTEnHH1fFAtbJrZrqkX5dlVpFn6v1RSVOs/ctJaW6tnMb/bybf4p4lVdy9djz9YuU8/yxwDHK4ujeqbrq2HQ1b8C+qxiRMgwCCFQjULmA1bp1a73++uvq2PHgb4pdt26dTjrpJG3fvnfHMAUsvmKRCFDAikSJexBAAAEEPCdgb35GoRXXSaF8z8VOwLETKNsyWfl/3vsvx364wj2wTC639OigKzq2rjKtgpClsxau0Bd78pwdWk/071ZlocsPJmrRWjMGvOSLVGqbREqynMKVOTbIhQACCCRKoGIBKykpSbZt69FHH3V2Yh3seu211/SjH/1o38cUsBK1Wt6ehwKWt9eP6BFAAAEEqhMoXqfQiutl79i7PZ0reAIlK05T4d9X+ybxT3bn6vRvl8vsKXtmQHdNr3R8MJyo+fzK79fo71t3aXSTBnrh8J6qb6obPr3envw7PVs22qfZRZbWsK4puvLYdHVs5t91jkyCuxBAINECFQtYU6dO1TvvvKPp06c7RayqjhGWlJTokksu0Xfffac2bdpo4cKF7MBK9KJ5dD4KWB5dOMJGAAEEEIhcwNr4R1krb5Cs4sgf4k5fCBTNnaXiD5b6IheTxLqiEk2ft1TbS8ucY4HmeGBVV8UdWGe0aa6H+3bxjUFVieQffrQubnaLr3OsLrkrJqbrtOHsugrsF4DEEahjgYoFrN/85jf64x//KMuy9I9//EOdOnU6ILply5bp5JNP1lFHHeUUuEwfrKp2YBUXF+vFF1/U448/ro0b9/Y3bd++vS677DLNmjVLmZmZ+40dCoX09ttv67777tPy5cudz+rVq6fjjjtOV199tbp161ar+83DVc3RvHlznXHGGU5PrwYNGuw3x49//GO9+uqr+vOf/+xY3Hbbbfroo48cn1atWjlxVZWLGWTLli2699579corr6isrEwNGzbUOeeco4svvlhXXnmlFixYILOTbeDAgfvmrGl8jzzyiG6//XbddNNNzvi33HKLjPuQIUN0//33q2vXrnX87dp/egpYrloOgkEAAQQQiJeAXbRG5k2F7MaKl7A7xy3415kq/WaFO4OLIqoSy9IFi1bpg105GtKwvl4e3Mt5+2Dla01hsabPX6pdpeW6u3dnnduuRRSzeeuR307+q5aUtfJW0LWMdni3FF0+IV2dmrPrqpaUPI4AArUQqFjAevLJJ/XWW285RamHHnpIp5xyygEjP/PMM/rlL3/p7ND68MMPnQJP5QKWKd5cdNFFzu4sczVr1kwpKSn7emYdfvjh+tOf/uTs4DKXaQpvxnjhhRf23Z+RkaEdO3Y4xZ+srCynGDZ8+PCo7jcP5eXl6frrr9fs2bOdMRo1auSMa/p4mYJU27ZtnUJVv3799uUcLmCZ45SmuGZiadmypcwutJycHOe+adOmOVYVC3Im77PPPlu7d+9WcnKy80xubq4KCwudgpV5fv369fsVsKKJL1zA6t27t1asWOEU4ExR0cz317/+VaY456aLApabVoNYEEAAAQTiLmBt+pOsVT+Vyvf+SwOXvwVyXzhOofWbfJXk69t267LFe49F/rp7e13VqY0qtuous239bPk6Pbdph5qmpeqNIb3Vq36WrwyqSmbFuIv16+SzfJ9nOMEfTUrXSUPZdRWYBSdRBFwsULGAZQo4pgfWBRdcUOUxQrO7xxSmzC4s0+j9nnvuOaCAZe4xu6w++OADjRgxQqbIEi5UmcKWKVS99957zs4q85kpuMyfP1+nnsEhv2IAACAASURBVHqqs0Pr+eefV+fOnR0xM5Yplr300ksaN26cU/QyhaKa3m9yMrvLnnrqKWcnlRmnT58+zhymcGR2MT377LMaNGiQM3+TJnvfEBwuYJm/N7vOfv/73ztFIjPem2++6bx50fy9ic/sSDPXnj17nOKV2WFV8Rmzu+pvf/ubbrzxRqdgZopn4R1Y0cYXLmCZec24ZkeYKRSaApkpALrtooDlthUhHgQQQACB+AuUbFFo1U2yt+79r3Rc/hXIvn+07KIiXyVoClQ/+n6tXtu2y8nrovYtdV2XtmqRnqZNxaW6ddXGfZ9VVeDyFUaFZOzW7TWz73N+TW9fXmP7pOrS8elq3Yg3DPp+sUkQAY8IVC5gDRgwwGngXlpaesAxwkWLFjm7so4//njneNy11157QAHr008/1cyZM523GL788svq0KHDfhKbN2/W6aefrk2bNunvf/+7c9zt/fff1/nnn+8UfMxuJtNMPnyZNx6aI34tWrSQ2SFmimE1vX/lypXOWxNNYccc6Rs8ePB+MVU0qNjAPlzA6t69u5OniSF8mV1j5iig2dF1880369JLL3U+MrvXzO8rF8PMZ6ZQddddd+mBBx7Yr4AVbXzhApYp/Jl5zRsk3XxRwHLz6hAbAggggEBcBeztf5e16ucyxwu5/Cdgl7VW9t1V94jyera55SH939K1enP7noOmcmXH1vpF9/ZKq/Av8V7P+1Dx/3PKHXqxdMShbvPk580bJDmFqwn9Uj0ZP0EjgIB/BSoXsCZOnKjrrrvO2S1U+RihKZiYXUjPPfecjjnmmH07lCoeIbzzzjv14IMP6sILL9Stt95aJdxPfvITZ9dSuPATLnqZ3VWmj9MJJ5xwQD+qigPV9P7wWxMnTJjgFMGq2p30xBNPOHOb4tvdd9/tTBcuYFX8XcU4wnlUzL+q31V8JtxDzBxHDO/Aija+cAFrzJgxMkc7Tc8wN18UsNy8OsSGAAIIIBB/Abtc1qpfyFp/b/znYoaECoRyhir30VBC50zkZCHb1oe7cvTgui36JqdAZmeWKVaNa9ZI13dpq8EN6+93tDCRsdXVXLmDx+vSJr+qq+njNu/Jw9J08bh0ZXJiMG7GDIwAAtELVC5gHXvssU6jctNw3PR3Cr+N0By1M4Uc89fwbqRwgSdcwKm4K8kUUxo3blxlYNnZ2U4/qNNOO83ZjWRiuPzyy52eWuHL7CoyhSyz+8o0IzdH48JXTe8PF9XS0tL220VVMTgzpulrNWrUKP3lL39R/fr1qyzQVXwmXEAK51+VZWUA09fL7HAzvbfCBaxo4wvPH3aM/luQmCcpYCXGmVkQQAABBFwuYOd8JWv1r2Tv+cjlkRJepAJlm6cq/y9bI72d+3wi8MvJr2hVmbuazkZL2699ii4el6aBHQ9s1B/tmDyHAAIIxFqgqqKLKbKYosjOnTudY4Q9evTY13fqrLPOct7GZ475VS5gVRwrkjgrFl7Cby18+OGHtW3btv0eN03gzZFFs4MqfLywJvdX7GV1qLjiXcAKG1V8C2G08VHAOtRq8jkCCCCAAAIuFrA2PSFr9c1S2U4XR0lokQiULD9dha+tiuRW7vGRwNJjLtMtSTM8nVFainTZhHSdTJN2T68jwSMQFIGqClimV5Npnm6aupvdQaYpufmrOVJYsWF55QKW6TF1ySWX6N///vd+faFqamkKaJ988onTI8scFzRNz83uqXDPrMrjHer+X/3qV3r66af3Ox4YSUyV86v8TDQ7sMybCU3D+g0bNuzbgRVtfBSwIllF7kEAAQQQQMDNAuXZstb8RtaGR9wcJbEdQqDoq5kq/nAZTgETsNt10sxef/Zs1scPTtP5Y9PUuB5N2j27iASOQMAEDnbsLdxnavz48U5PKNNk3VymgNWoUSPn76sq8ISLMebon9k1VbEhezS05riheSvi119/7bzB0Lz5r7qrqvvNmwV/+tOf7nc8MJJYalrAMoW/cP+wg8VasWF7+AhhtPFRwIpkFbkHAQQQQAABDwg4xwrX3CJ79/seiJYQKwsUvHuGSr9dCUwABf4+5S69UjrUU5kP6pSi845O08AOHBf01MIRLAIIOP2nzjvvPM2ZM8fZcWV6YJkrvFPI9Gr62c9+5uzIMm/XM4Wg8FVVgSfcP8u8se/1119X586d91MOz7dkyRJdf/31uuiii5zm6eaNhTfccINTrKp8VZ6npveHG6cXFRU584wYsf8LQ0zvLpOjeZPfrFmz9Otf/9rpuVXTApaJu7q3EJrPw0WnrKysfTuwoo2PAhb/ACOAAAIIIOAzAXvri7LW3Cq7iONoXlra3OenK7Rhs5dCJtYYCWQPOVaXN/p5jEaL7zCtGiXp3KPSNWUgbxeMrzSjI4BAvASqazwe3k1lGrKbt+ZVPsJXVYHHjHfxxRc7RwD79esn09OqZ8+eTvimcbs5ivjUU0+padOmTjP4Xr167Sv6NGzY0GmgPmzYsH07t+bNm+c0lM/Pz9cLL7ygo48+usb3mwKVKcCZtye2bdtW999/v0aPHu3MYT4zb/D77W9/68QYnsP8fTQFrD179jhHLk2Pq5NPPtl5a2ODBg0UCoX0yiuvOIUyY1mxgBVtfBSw4vVPBeMigAACCCBQxwLWD7+XtfZ3klVSx5EwfSQC2feOlF3CWkVi5cd7bpz0utaXV/32Kjfkm5wknT0mXeeMSZP5ey4EEEDAqwLVFbDMsb3TTz/dKfIMHjzYOT5oijHh62AFno0bN+rcc8/V8uXLnVtNE3bTw8rs5gr3szJvNzRvOTSXicEcvXvrrbecP4ffYBh+M6D53WWXXeYcIUxNTa3x/eZ58/bEK664wnnDornMMUjzpkHTP8sUlMxldl5deuml+4pn0RSwzDgLFy50ilhmF1tycrJatmyp3Nxcp4BnGuIbH1PAM/maz6KNjwKWV/+pI24EEEAAAQQiESjZIuuH22Vt/GMkd3NPHQlYpW2Vc0+rOpqdad0g8N34q/Q7neaGUA6IYfqgVKd41bIhlStXLhBBIYBAjQSqK2Dl5OQ4jc9NQaaqnk7VFXhMsebFF1/Uk08+6RRswoWpk046ySlWtWnTZr84zVsFTUHnscce04oVK5xClyn+DBkyxNm1ZI79VeynVdP7zWSmEDd79mw98MAD+4prprBmdnWZHVrhnWLhwKItYJnnt2zZ4vQAM7uuTIHM7C675pprZHqKzZgxwynoVSxgRRMfBawafdW5GQEEEEAAAW8K2HkLZHZk2dtf82YCPo86lDNcuY/u/a+hXMEUsDp006weT7kq+SN7pmrW6DT1bpvsqrgIBgEEEEDAOwKLFi3SKaec4uy8Mv2yTK+woFxJtmlzz4UAAggggAACUQnYu/8t64c7Ze/Zu52cyx0CZZumKf/ZLe4IhijqTODlKffp9dJBdTZ/eOKBHVM0c1SahnejQXudLwYBIIAAAi4XMDvOHnroIZ166qm6+eabD4jW9BEzO7EmTJjg7E7LyMhweUaxC48CVuwsGQkBBBBAIMACZieWte4u2bnzAqzgntRLlp2hwtd5A6F7VqRuItk9bKqubHBj3Uz+/xv59midrBkj0zSuLw3a62wRmBgBBBDwmMCnn37qHLs0vcIqNqQ3e49MQ/oLL7zQ6Y1leoCdeOKJHsuuduFSwKqdH08jgAACCCCwn4C99XlZ6+6Rnb8YmToUKPpyloo/WlqHETC1WwSunfSmtpYfltBwOjVP1hkj03izYELVmQwBBBDwh4Dps2X6hZm3GZor3Cw+OzvbaeJuLvNWxdtuu81pSB+kiwJWkFabXBFAAAEEEiZgbX5G9vp7ZRcsS9icTPQ/gYK3z1DpQnZg8Z2QFky4RnfYJyeEon3TZJ0+Ik3HDQ7W/0OREFwmQQABBAIkEAqF9O677zoN6U0D/EM1pA8KDQWsoKw0eSKAAAII1ImAtflp2evvl13AbqBELkDus9MU2kQPrESau3WuUOdeOqtrfN8a2qFZsk4bTuHKrd8B4kIAAQQQ8IcABSx/rCNZIIAAAgi4XMDa8hfZ6x+Unb/I5ZH6I7w9dw+XyngLoT9Ws/ZZPD/1Ib1V0r/2A1UaoUuLZJ0yLE3TBrHjKua4DBgzgT179sRsLAZCAIHgCDRp0sR1yVLAct2SEBACCCCAgJ8F7G0vy9rwsOycL/2cZp3mZpV0UM69zes0BiZ3l8DOEcfr6vrXxSyo3m2TdfLQNE3sT+EqZqgBHqhygck0Zw5f4c8q33Ow34efpWgV4C8UqSMQAwFTvLrppptiMFJsh6CAFVtPRkMAAQQQQCAiAXvnbFkbH5W9672I7uemyAVC2SOV+1hJ5A9wp/8FUlN15bh/areVVatch3RJ0UlD0jS6Z0qtxuFhbwl4vcDkxl0U3voGEC0CwRNo2rSpLrvsMtclTgHLdUtCQAgggAACQRKwsz+XtfGPsrf9NUhpxzXXso3Tlf/c5rjOweDeE5g38TrdbR0fVeDH9E3ViUNSNaADhauoAOP8kN8KTOb/cQxf4eJT5SJUxT9X/PvwsxSt4vylY3gEEKgTAQpYdcLOpAgggAACCOwvYBeukL3pCVmbnpBCRfDUQqBkyRkqfIM3ENaC0JePlnfrp7M7PRxxbump0vGD03T8EakyTdq5ohc4WIGp4u/dfESucjGIAlP03wWeRAABBGojQAGrNno8iwACCCCAQKwFQvmyNj0pe9NTMkUtrpoLFH4xSyUf89bHmsv5/4lnpjyqf5X2qTbR9k2TNX1wqo4bnKp66Un+R5EU5ALTwYpT7GAKxFefJBFAwGMCFLA8tmCEiwACCCAQHAF7++uyNj8te9e7wUk6Bpnmv3W6yr5bFYORGMJvAttGnqwf17umyrSGd0vRtMNTdVRv9zVmp8D0vyXjiJzf/qkkHwQQQCByAQpYkVtxJwIIIIAAAnUiYOd/J3vzM04xS6GCOonBS5Pm/nmqQlu2eilkYk2QQFJGpi486g0VWOnOjBlp0nGD0jTl8FR1bRn9MUEKTBSYEvQVZhoEEHCxQFlZmRYsWKCVK1eqpGTvy2Tq1aun3r17q3///kpJqVkfxfB4q1atUnFxsZKSkpzx+vbt6/wkJx/4v1uLFy/WokWLnPkzMjI0YMAA9evXr8p7lyxZorlz52rw4MEaOHCgi2X/FxoFLE8sE0EigAACCCAgyS6Ttfkvsrc8JzvnC0gOIrDnD0OlUCjQPoX1Gyi/URMdlputevm5gbYwyeekZ+4z+PaoS/VF4yEa1jVF3ZvmKvm/pwQj6cG0e/fufeNUvj+eyJEccztYk+9Ino1n7IyNAAIIBEGgqKhI7733nsL/O5Gevvc/lJSWljp/bdmypcaPH6+srMjehmuKVx9++KE2b977Uhoznm3bMr83V5cuXXTUUUftVxRbtmyZvvrqK2eOrl27auPGjc4RcVPsGjFixH7LYApc77zzjkKhkKZNmxZxXHW9lhSw6noFmB8BBBBAAIEoBOzcubK3PC9ry7NSKD+KEfz5iF3SWdn3NvFnchFkVZKZpe+Gj9XWDl323d1y0zoNmPuJsgrc+z2pWGAygedm7C04Vfz9Aff8tyhV8ffh5yo/GwFdrW6JpEhEgalWxDyMAAIIuFrgs88+c3ZemeLR2LFj1aZNGyfeDRs2yHxmdlCZXU5DhgyJKA9TiDI7pMx4xxxzjFq1auU8Z+Ywn5nCkylKmd1d5jKFLVOQys/P16RJk9S8eXMVFBQ4v7MsyylSHXbYYfvmNru0vv32Ww0bNswpcHnlooDllZUiTgQQQAABBKoUsGRveVHWtpdk73ov8EahPaOV+8fgvsVxzsQTtKtVuwO+B012btOR/3ot6u9HJEUiVxeYsjKlzP/9V++q+ihRYIr668GDCCCAQKAFCgsL9fbbbzsFo9GjR6tHjx77eZhjhaZYZP63Z+rUqc5uququvLw8p/BkdnVVNZ4pPs2fP1/NmjVzxktLS1N2drbzjCl4md+Z44Pm+te//qXt27c7RbD27ds7vwuPb44jTp482XneKxcFLK+sFHEigAACCCBwCAG7aI3sbX+VvfVvsgu+D6RX6YbjVfD8xkDmbgpXpoB1sOuwRfOVtnP7vo9zXbSDqVFp8X5hNyzZ++eKv29Y6Z7wZ1U9m9qxs1qOHa+MYyYppXXbQH4fSBoBBBBAIDECubm5mj17tsrLy/crFIVnX7t2rT755BNlZmY6O6EaNGhQbWCm59Xnn3+u+vXrO/ebQlPFK1ysMjurJk6c6OzOMscFP/roI+eooilKhS9TwNq2bZuzK6xTp07Or+fMmePs5DJHEM1RRC9dFLC8tFrEigACCCCAQIQCdvYXsre/Imvbq1JpcBqal3x/pgr/uSJCJX/dtrrvIC0dPOqgSe3YsUM7d+6MKulYFZjChanKxamogqr0UHKLlso4eqIyxk1UWp/+sRiSMRBAAAEEEDikQLiflOk3ZRqiDxo0aL9n5s2bp++++8451jdlypRD7ngKHx80xxDN/ZWvivONGjXKOUYYLqKZYlfFXV6Vd2CZfw8wvbpMLBMmTKhxY/lDYsT5BgpYcQZmeAQQQAABBOpawN71juztr8na/rpUnlPX4cR1/qLPZ6r4k2VxncOtg2/s0lMLRk84aHj1li9WxqYN+z6vagdTPAtM8XBLathIGUcdo4yjxit96Mh4TMGYCCCAAAIIHFIg/EY/86ZB01eqe/fuzjPff/+9Fi5c6PShqtizqroBTfP2devWOTumTOP3qi5TmDIN3k3xyhSxwkUtc5yxuh5YZuwtW7Y4xavWrVsfMi+33UABy20rQjwIIIAAAgjEUcDe8YbMj7XjDancf2+ny3/zNJUtXh1HQfcOXZaeofdPOU/WQV7TPfH1Z5VZWODeBCKMLKlBQ2UcOU4ZY8YqfeRRET7FbQgggAACCMRXYPXq1fr666+dhu0VL9OXyhSvIj2uV7k4FUkBy9xzsLcQhpvHh48ZmsLY0UcfHV+MOI1OAStOsAyLAAIIIICA2wXsnW/J3vGmrJ1vSaX/643k9ririy/36ckKbfNHLtGsw/pufbRo5LgDHu0/91N1XrE4miFd8Uxy8xbKGHWU0kcdrfTho10RE0EggAACCCAQFti9e7c+/vhjp5l6UlKS06jdtm2VlpY6t5jeVKbnVMOGDQ+JFm0Bywy8ePFimSbvZkeWaeRuilf9+/d33lpoxjVHDU2PLPPikhUrVuibb75xmsWbRu6m+fzQoUNdfayQAtYhvz7cgAACCCCAgP8F7D3/kb3zbTnHDQu8egQvSXvuGCzZtv8XrJoMc5s016bO3ZXXuJkOy9mttutWq/Eu7xX1Urt0U/qII5U+YozSBuzfTyTQC0zyCCCAAAKuEjBFK9NXyryF0PStGjdunNOw3Vzms88++0ymD6V5C6E53md2ZFV31aaAdbBxw43hTTFryJAhMo3lP/30U6dw1bVrVyc+81PdsUU3oFPAcsMqEAMCCCCAAAIuErDzv5e961+yd5ufD10UWfWh2MVdlX1fI8/ES6AHCpg+VunDRil9+CildOgMEQIIIIAAAq4XCDdpb9y4sdN0vXKByhS23n33XWf3k9nhNGDAgGpzMm8sNMcRu3XrdtCjfuEiV9++fZ3jidVd4f5YZheWic8U10zBzTR0P+aYY9S+fXuVlZXpnXfeUX5+vrNDq1mzZq50p4DlymUhKAQQQAABBFwiUJ4ne/f7snd/IHv3v2UXrXFJYAeGUb57jPIe936PJ9cCxyGwlPadlD5kuNKOGK70oSOUlLH3v1hzIYAAAggg4BWBcDGpV69eGj266mPu4aJUJDuconkLYXVW5kjht99+6zSXNwUvU6R6++23lZycrGnTpsm8udBcX3zxhZYvX64jjzxSPXv2dCU/BSxXLgtBIYAAAggg4E4Bc7zQ3vORnCOHe/4jle12TaBl609Q/gv/e8ueawIjkH0CyY2bKG3QEKUNGqr0QUOV0r4jOggggAACCHhaoCYFrHbt2jnHCKu7wsf96tevv1+BKfzMrl27nH5WpsfWxIkT1apVq4MOl5eX5+ysMruupk6d6hwZNDvBZs+e7ewUM78zvbLMNWfOHKcRvHmroXm7oRsvClhuXBViQgABBBBAwCMCdu482dmfyM7+TPaez6TyPXUWefHiGSp6c3mdzc/EBwokN2rs9K9KGzBYaQMHK7WHO/+FmLVDAAEEEEAgWoH58+c7jdNNg3ZzRM8UnipeFY8Qht8IWN1c4aKTaa5udnSZ5uoVLzOXmdMc8wsXpQ42nilKmWbtZldV9+7dndvYgRXtSvMcAggggAACCPhKwM77VnbOF7Kzv5Ry5sguXpew/Ao/namSz7zagD5hTHGdKKVNO6X1HaDUfgOV1u9wpXbb/1+64zo5gyOAAAIIIFAHApWbuJu3DYaLWKZ4ZZqlb9myxfmdKTg1aNDgkFGGjxGaXVJjx451msOba+XKlTKfmX5W4SOBBxvM9Lgyva5Mby7T1yolJcW51Tx7sB5YJl6zQ4weWIdcIm5AAAEEEEAAAd8JFK+Xnfu17Jyv5ezWypsnhYrikmb+G6epbMnquIzNoAcKJGVmKbVXX6X16qvU3v2U1qe/klu0hAoBBBBAAIHACWzcuFEff/yxSktLlZSUpPT0dMfA/Nkc9TN/NoUo0zA9fJnjemaHlDneN336dGcHV/gyu68+/PBDbd++9y3C5nkzjmm2bq4uXbrIFMrCRamqwM3zmzZt2teoveI9GzZscOI1z5uxtm3bpj179jhHB0eOHOna9eMIoWuXhsAQQAABBBDwp4Cdv1B27jdS3gI5O7byF0qhwlonm/OnSbK276j1OAxQRbEqK0up3XoqtXsv5xig89N171EELgQQQAABBBCQ01vKHO3bvHmzU7gyl+kvZfpemTcFmkJVxau6Apa5zxSrFixYINMTq7i42CmMmYbrphG7+TFN2A92mYLaRx995Mw9fvz4Km9bu3at5s6dK7PryvTGMkcVzVsSqyuK1fU6U8Cq6xVgfgQQQAABBBCQaQ6v/EWy8xfLLlgs5S+RXVSD3VR2qvbcUf1rqWGOTCClbXuldummlM7dnCKV+Unp0Dmyh7kLAQQQQAABBBCIkwAFrDjBMiwCCCCAAAII1FIgVLC3sFW4zPmrXbhCKlwpu3ClZBXvN7hd1EPZ9x9WywmD83hSeoZS2ndw3gKY0r6TUjp2VmrHzkrp2EVJlf4LcXBUyBQBBBBAAAEE3CxAAcvNq0NsCCCAAAIIIFC1gOmtVbRadtFaqWitShcuUfF/Giu0dYus3TtRk5TctLlSWrdRcuu2zl9TWrdTStt2Sm7bXiktW2OEAAIIIIAAAgh4SoAClqeWi2ARQAABBBBA4JAC5eUK7dgma8d2WTu3K7Rrh6xdO2Xt3uX82Ht2y8reLSsn+5BDufGG5EaNldy4qZKaNFVy02Z7f5o1V0qzFkpu3tJppJ7SopWUmurG8IkJAQQQQAABBBCISoACVlRsPIQAAggggAACnhewbVm52bJzcmTl5crOy5WVnye7IH/vT2Gh7KIC2UVFsovNT4ns0mLzSiHZ5se8Cai8zLyPWnYoJFmWZJuf/8okSUpKlpKTlWReXW1+UtOUlJamJPN2ovR0JaVnKikzQ+aNfklZ5qe+kurVU1L9w5yf5MMaKKlBQyU3aKikRo2U3LCxlGQG5kIAAQQQQAABBIIlQAErWOtNtggggAACCCCAAAIIIIAAAggggIDnBChgeW7JCBgBBBBAAAEEEEAAAQQQQAABBBAIlgAFrGCtN9kigAACCCCAAAIIIIAAAggggAACnhOggOW5JSNgBBBAAAEEEEAAAQQQQAABBBBAIFgCFLCCtd5kiwACCCCAAAIIIIAAAggggAACCHhOgAKW55aMgBFAAAEEEEAAAQQQQAABBBBAAIFgCVDACtZ6ky0CCCCAAAIIIIAAAggggAACCCDgOQEKWJ5bMgJGAAEEEEAAAQQQQAABBBBAAAEEgiVAAStY6022CCCAAAIIIIAAAggggAACCCCAgOcEKGB5bskIGAEEEEAAAQQQQAABBBBAAAEEEAiWAAWsYK032SKAAAIIIIAAAggggAACCCCAAAKeE6CA5bklI2AEEEAAAQQQQAABBBBAAAEEEEAgWAIUsIK13mSLAAIIIIAAAggggAACCCCAAAIIeE6AApbnloyAEUAAAQQQQAABBBBAAAEEEEAAgWAJUMAK1nqTLQIIIIAAAggggAACCCCAAAIIIOA5AQpYnlsyAkYAAQQQQAABBBBAAAEEEEAAAQSCJUABK1jrTbYIIIAAAggggAACCCCAAAIIIICA5wQoYHluyQgYAQQQQAABBBBAAAEEEEAAAQQQCJYABaxgrTfZIoAAAggggAACCCCAAAIIIIAAAp4ToIDluSUjYAQQQAABBBBAAAEEEEAAAQQQQCBYAhSwgrXeZIsAAggggAACCCCAAAIIIIAAAgh4ToAClueWjIARQAABBBBAAAEEEEAAAQQQQACBYAlQwArWepMtAggggAACCCCAAAIIIIAAAggg4DkBClieWzICRgABBBBAAAEEEEAAAQQQQAABBIIlQAErWOtNtggggAACCCCAAAIIIIAAAggggIDnBChgeW7JCBgBBBBAAAEEEEAAAQQQQAABBBAIlgAFrGCtN9kigAACCCCAAAIIIIAAAggggAACnhOggOW5JSNgBBBAAAEEEEAAAQQQQAABBBBAIFgCFLCCtd5kiwACCCCAAAIIIIAAAggggAACCHhOgAKW55aMgBFAAAEEEEAAAQQQQAABBBBAAIFgCVDACtZ6ky0CCCCAAAIIIIAAAggggAACCCDgOQEKWJ5bMgJGAAEEEEAAAQQQQAABBBBAAAEEgiVAAStY6022CCCAAAIIIIAAAggggAACCCCAgOcEKGB5bskIGAEEEEAAAQQQ61rtoAAAAGZJREFUQAABBBBAAAEEEAiWAAWsYK032SKAAAIIIIAAAggggAACCCCAAAKeE6CA5bklI2AEEEAAAQQQQAABBBBAAAEEEEAgWAIUsIK13mSLAAIIIIAAAggggAACCCCAAAIIeE7g/wHGmC0kUohwy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9" y="1166789"/>
            <a:ext cx="4021297" cy="24713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75" y="1101525"/>
            <a:ext cx="4090560" cy="24718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569" y="3814134"/>
            <a:ext cx="4021297" cy="244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830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EDADBB-D192-1ED1-AA8E-E18DCC10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6994"/>
            <a:ext cx="9860280" cy="1873859"/>
          </a:xfrm>
        </p:spPr>
        <p:txBody>
          <a:bodyPr/>
          <a:lstStyle/>
          <a:p>
            <a:pPr marL="0" indent="0" algn="ctr">
              <a:buNone/>
            </a:pPr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CFF97E-85E1-6D88-94BB-34FB09CE5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74" y="2610853"/>
            <a:ext cx="10900144" cy="39122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+ Tailwind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="" xmlns:a16="http://schemas.microsoft.com/office/drawing/2014/main" id="{B3FE42E4-4B6B-75EB-82C7-250FD2D9B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340" y="1799141"/>
            <a:ext cx="5560237" cy="3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2525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8048A9-0837-697F-D923-0ABCBB5C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8" y="2624136"/>
            <a:ext cx="3932237" cy="1724579"/>
          </a:xfrm>
        </p:spPr>
        <p:txBody>
          <a:bodyPr/>
          <a:lstStyle/>
          <a:p>
            <a:pPr algn="ctr"/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x-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57" y="-534083"/>
            <a:ext cx="7969759" cy="760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9253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eparation 9">
            <a:extLst>
              <a:ext uri="{FF2B5EF4-FFF2-40B4-BE49-F238E27FC236}">
                <a16:creationId xmlns="" xmlns:a16="http://schemas.microsoft.com/office/drawing/2014/main" id="{A33EF28A-3530-C0DF-1B6B-05A9D972D703}"/>
              </a:ext>
            </a:extLst>
          </p:cNvPr>
          <p:cNvSpPr/>
          <p:nvPr/>
        </p:nvSpPr>
        <p:spPr>
          <a:xfrm>
            <a:off x="5452614" y="2705400"/>
            <a:ext cx="1440000" cy="1440000"/>
          </a:xfrm>
          <a:prstGeom prst="flowChartPreparation">
            <a:avLst/>
          </a:prstGeom>
          <a:noFill/>
          <a:ln>
            <a:solidFill>
              <a:srgbClr val="159BBF"/>
            </a:solidFill>
          </a:ln>
          <a:effectLst>
            <a:glow rad="228600">
              <a:srgbClr val="159BBF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82CFB01-BE90-868A-2103-41F9765219E0}"/>
              </a:ext>
            </a:extLst>
          </p:cNvPr>
          <p:cNvSpPr txBox="1"/>
          <p:nvPr/>
        </p:nvSpPr>
        <p:spPr>
          <a:xfrm>
            <a:off x="5699592" y="3240734"/>
            <a:ext cx="102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71898" y="1540557"/>
            <a:ext cx="1800000" cy="1800000"/>
            <a:chOff x="3071898" y="1540557"/>
            <a:chExt cx="1800000" cy="1800000"/>
          </a:xfrm>
        </p:grpSpPr>
        <p:sp>
          <p:nvSpPr>
            <p:cNvPr id="12" name="Preparation 11">
              <a:extLst>
                <a:ext uri="{FF2B5EF4-FFF2-40B4-BE49-F238E27FC236}">
                  <a16:creationId xmlns="" xmlns:a16="http://schemas.microsoft.com/office/drawing/2014/main" id="{44183500-6EAA-E2BF-4E8A-77A8157CC0B7}"/>
                </a:ext>
              </a:extLst>
            </p:cNvPr>
            <p:cNvSpPr/>
            <p:nvPr/>
          </p:nvSpPr>
          <p:spPr>
            <a:xfrm>
              <a:off x="3071898" y="1540557"/>
              <a:ext cx="1800000" cy="1800000"/>
            </a:xfrm>
            <a:prstGeom prst="flowChartPreparation">
              <a:avLst/>
            </a:prstGeom>
            <a:noFill/>
            <a:ln>
              <a:solidFill>
                <a:srgbClr val="159BBF"/>
              </a:solidFill>
            </a:ln>
            <a:effectLst>
              <a:glow rad="228600">
                <a:srgbClr val="159BBF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09F78015-5C42-1E9C-0FF9-ACF500D3AC7D}"/>
                </a:ext>
              </a:extLst>
            </p:cNvPr>
            <p:cNvSpPr txBox="1"/>
            <p:nvPr/>
          </p:nvSpPr>
          <p:spPr>
            <a:xfrm>
              <a:off x="3272087" y="2117391"/>
              <a:ext cx="13996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Login/</a:t>
              </a:r>
            </a:p>
            <a:p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Registration</a:t>
              </a:r>
            </a:p>
          </p:txBody>
        </p:sp>
      </p:grpSp>
      <p:sp>
        <p:nvSpPr>
          <p:cNvPr id="17" name="Preparation 16">
            <a:extLst>
              <a:ext uri="{FF2B5EF4-FFF2-40B4-BE49-F238E27FC236}">
                <a16:creationId xmlns="" xmlns:a16="http://schemas.microsoft.com/office/drawing/2014/main" id="{5777E4D2-DE45-751B-C3AC-E113F725AFF3}"/>
              </a:ext>
            </a:extLst>
          </p:cNvPr>
          <p:cNvSpPr/>
          <p:nvPr/>
        </p:nvSpPr>
        <p:spPr>
          <a:xfrm>
            <a:off x="3071897" y="4015200"/>
            <a:ext cx="1800000" cy="1800000"/>
          </a:xfrm>
          <a:prstGeom prst="flowChartPreparation">
            <a:avLst/>
          </a:prstGeom>
          <a:noFill/>
          <a:ln>
            <a:solidFill>
              <a:srgbClr val="159BBF"/>
            </a:solidFill>
          </a:ln>
          <a:effectLst>
            <a:glow rad="228600">
              <a:srgbClr val="159BBF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96A2DF9-D04E-5774-EE44-8CF57A18D7E0}"/>
              </a:ext>
            </a:extLst>
          </p:cNvPr>
          <p:cNvSpPr txBox="1"/>
          <p:nvPr/>
        </p:nvSpPr>
        <p:spPr>
          <a:xfrm>
            <a:off x="3381831" y="4592034"/>
            <a:ext cx="1180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</a:t>
            </a:r>
          </a:p>
          <a:p>
            <a:pPr algn="ctr"/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Messaging</a:t>
            </a:r>
          </a:p>
        </p:txBody>
      </p:sp>
      <p:sp>
        <p:nvSpPr>
          <p:cNvPr id="19" name="Preparation 18">
            <a:extLst>
              <a:ext uri="{FF2B5EF4-FFF2-40B4-BE49-F238E27FC236}">
                <a16:creationId xmlns="" xmlns:a16="http://schemas.microsoft.com/office/drawing/2014/main" id="{A3165F4B-3C3F-94F5-8C30-25E4EAD51482}"/>
              </a:ext>
            </a:extLst>
          </p:cNvPr>
          <p:cNvSpPr/>
          <p:nvPr/>
        </p:nvSpPr>
        <p:spPr>
          <a:xfrm>
            <a:off x="5272614" y="4743722"/>
            <a:ext cx="1800000" cy="1800000"/>
          </a:xfrm>
          <a:prstGeom prst="flowChartPreparation">
            <a:avLst/>
          </a:prstGeom>
          <a:noFill/>
          <a:ln>
            <a:solidFill>
              <a:srgbClr val="159BBF"/>
            </a:solidFill>
          </a:ln>
          <a:effectLst>
            <a:glow rad="228600">
              <a:srgbClr val="159BBF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547BC22E-4183-79AA-DC23-41D45FB5C1C7}"/>
              </a:ext>
            </a:extLst>
          </p:cNvPr>
          <p:cNvSpPr txBox="1"/>
          <p:nvPr/>
        </p:nvSpPr>
        <p:spPr>
          <a:xfrm>
            <a:off x="5498679" y="5320556"/>
            <a:ext cx="1347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Tags </a:t>
            </a:r>
          </a:p>
          <a:p>
            <a:pPr algn="ctr"/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</a:t>
            </a:r>
          </a:p>
        </p:txBody>
      </p:sp>
      <p:sp>
        <p:nvSpPr>
          <p:cNvPr id="33" name="Preparation 32">
            <a:extLst>
              <a:ext uri="{FF2B5EF4-FFF2-40B4-BE49-F238E27FC236}">
                <a16:creationId xmlns="" xmlns:a16="http://schemas.microsoft.com/office/drawing/2014/main" id="{A0D57066-478E-D37D-5162-134DBE7148D9}"/>
              </a:ext>
            </a:extLst>
          </p:cNvPr>
          <p:cNvSpPr/>
          <p:nvPr/>
        </p:nvSpPr>
        <p:spPr>
          <a:xfrm>
            <a:off x="5193884" y="314278"/>
            <a:ext cx="1800000" cy="1800000"/>
          </a:xfrm>
          <a:prstGeom prst="flowChartPreparation">
            <a:avLst/>
          </a:prstGeom>
          <a:noFill/>
          <a:ln>
            <a:solidFill>
              <a:srgbClr val="159BBF"/>
            </a:solidFill>
          </a:ln>
          <a:effectLst>
            <a:glow rad="228600">
              <a:srgbClr val="159BBF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9D9B7FD1-CFBA-52ED-4997-EB001EB9BC6B}"/>
              </a:ext>
            </a:extLst>
          </p:cNvPr>
          <p:cNvSpPr txBox="1"/>
          <p:nvPr/>
        </p:nvSpPr>
        <p:spPr>
          <a:xfrm>
            <a:off x="5470338" y="1021346"/>
            <a:ext cx="117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x-none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Call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6675979E-BEE8-865C-2987-999ECAA070A8}"/>
              </a:ext>
            </a:extLst>
          </p:cNvPr>
          <p:cNvGrpSpPr/>
          <p:nvPr/>
        </p:nvGrpSpPr>
        <p:grpSpPr>
          <a:xfrm>
            <a:off x="7480054" y="1540556"/>
            <a:ext cx="1800000" cy="1800000"/>
            <a:chOff x="4887131" y="4896122"/>
            <a:chExt cx="1800000" cy="1800000"/>
          </a:xfrm>
        </p:grpSpPr>
        <p:sp>
          <p:nvSpPr>
            <p:cNvPr id="37" name="Preparation 36">
              <a:extLst>
                <a:ext uri="{FF2B5EF4-FFF2-40B4-BE49-F238E27FC236}">
                  <a16:creationId xmlns="" xmlns:a16="http://schemas.microsoft.com/office/drawing/2014/main" id="{F9ABA922-7F13-5976-7086-DE60774969B9}"/>
                </a:ext>
              </a:extLst>
            </p:cNvPr>
            <p:cNvSpPr/>
            <p:nvPr/>
          </p:nvSpPr>
          <p:spPr>
            <a:xfrm>
              <a:off x="4887131" y="4896122"/>
              <a:ext cx="1800000" cy="1800000"/>
            </a:xfrm>
            <a:prstGeom prst="flowChartPreparation">
              <a:avLst/>
            </a:prstGeom>
            <a:noFill/>
            <a:ln>
              <a:solidFill>
                <a:srgbClr val="159BBF"/>
              </a:solidFill>
            </a:ln>
            <a:effectLst>
              <a:glow rad="228600">
                <a:srgbClr val="159BBF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2BAB7FBB-9871-03E9-8C73-44FE40E06623}"/>
                </a:ext>
              </a:extLst>
            </p:cNvPr>
            <p:cNvSpPr txBox="1"/>
            <p:nvPr/>
          </p:nvSpPr>
          <p:spPr>
            <a:xfrm>
              <a:off x="5141216" y="5334457"/>
              <a:ext cx="129182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Functional</a:t>
              </a:r>
            </a:p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</a:t>
              </a:r>
            </a:p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Component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5D29DFC6-8979-6BE1-946E-EDA072BC26E9}"/>
              </a:ext>
            </a:extLst>
          </p:cNvPr>
          <p:cNvGrpSpPr/>
          <p:nvPr/>
        </p:nvGrpSpPr>
        <p:grpSpPr>
          <a:xfrm>
            <a:off x="7514718" y="4012087"/>
            <a:ext cx="1800000" cy="1800000"/>
            <a:chOff x="4887131" y="4896122"/>
            <a:chExt cx="1800000" cy="1800000"/>
          </a:xfrm>
        </p:grpSpPr>
        <p:sp>
          <p:nvSpPr>
            <p:cNvPr id="42" name="Preparation 41">
              <a:extLst>
                <a:ext uri="{FF2B5EF4-FFF2-40B4-BE49-F238E27FC236}">
                  <a16:creationId xmlns="" xmlns:a16="http://schemas.microsoft.com/office/drawing/2014/main" id="{732E82DF-8C7D-874F-295F-A396B02B147D}"/>
                </a:ext>
              </a:extLst>
            </p:cNvPr>
            <p:cNvSpPr/>
            <p:nvPr/>
          </p:nvSpPr>
          <p:spPr>
            <a:xfrm>
              <a:off x="4887131" y="4896122"/>
              <a:ext cx="1800000" cy="1800000"/>
            </a:xfrm>
            <a:prstGeom prst="flowChartPreparation">
              <a:avLst/>
            </a:prstGeom>
            <a:noFill/>
            <a:ln>
              <a:solidFill>
                <a:srgbClr val="159BBF"/>
              </a:solidFill>
            </a:ln>
            <a:effectLst>
              <a:glow rad="228600">
                <a:srgbClr val="159BBF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74A8A5A5-F966-4EDA-A990-C06D986527E1}"/>
                </a:ext>
              </a:extLst>
            </p:cNvPr>
            <p:cNvSpPr txBox="1"/>
            <p:nvPr/>
          </p:nvSpPr>
          <p:spPr>
            <a:xfrm>
              <a:off x="5374197" y="5476069"/>
              <a:ext cx="8258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CRUD</a:t>
              </a:r>
            </a:p>
            <a:p>
              <a:pPr algn="ctr"/>
              <a:r>
                <a:rPr lang="x-none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200490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7" grpId="0" animBg="1"/>
      <p:bldP spid="18" grpId="0"/>
      <p:bldP spid="19" grpId="0" animBg="1"/>
      <p:bldP spid="20" grpId="0"/>
      <p:bldP spid="33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AC8D7A-99FB-B351-C754-6790DF7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126" y="287406"/>
            <a:ext cx="3987920" cy="11621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</a:t>
            </a:r>
          </a:p>
        </p:txBody>
      </p:sp>
      <p:grpSp>
        <p:nvGrpSpPr>
          <p:cNvPr id="28" name="Google Shape;2198;p56">
            <a:extLst>
              <a:ext uri="{FF2B5EF4-FFF2-40B4-BE49-F238E27FC236}">
                <a16:creationId xmlns="" xmlns:a16="http://schemas.microsoft.com/office/drawing/2014/main" id="{CF1B6DA1-073E-4A39-96A1-1675B6CA1F97}"/>
              </a:ext>
            </a:extLst>
          </p:cNvPr>
          <p:cNvGrpSpPr/>
          <p:nvPr/>
        </p:nvGrpSpPr>
        <p:grpSpPr>
          <a:xfrm>
            <a:off x="2551860" y="2942424"/>
            <a:ext cx="6320411" cy="1006398"/>
            <a:chOff x="1003358" y="2189406"/>
            <a:chExt cx="4183303" cy="724994"/>
          </a:xfrm>
        </p:grpSpPr>
        <p:sp>
          <p:nvSpPr>
            <p:cNvPr id="29" name="Google Shape;2199;p56">
              <a:extLst>
                <a:ext uri="{FF2B5EF4-FFF2-40B4-BE49-F238E27FC236}">
                  <a16:creationId xmlns="" xmlns:a16="http://schemas.microsoft.com/office/drawing/2014/main" id="{E37B50D7-B904-7A77-60B5-1E419E5809E3}"/>
                </a:ext>
              </a:extLst>
            </p:cNvPr>
            <p:cNvSpPr txBox="1"/>
            <p:nvPr/>
          </p:nvSpPr>
          <p:spPr>
            <a:xfrm flipH="1">
              <a:off x="1003358" y="2189406"/>
              <a:ext cx="4183303" cy="636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rgbClr val="FFFFFF"/>
                </a:solidFill>
                <a:latin typeface="Kulim Park" panose="00000500000000000000" pitchFamily="50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2200;p56">
              <a:extLst>
                <a:ext uri="{FF2B5EF4-FFF2-40B4-BE49-F238E27FC236}">
                  <a16:creationId xmlns="" xmlns:a16="http://schemas.microsoft.com/office/drawing/2014/main" id="{848D3D3C-7569-8C2B-F498-1D454351C350}"/>
                </a:ext>
              </a:extLst>
            </p:cNvPr>
            <p:cNvSpPr txBox="1"/>
            <p:nvPr/>
          </p:nvSpPr>
          <p:spPr>
            <a:xfrm flipH="1">
              <a:off x="3322600" y="2380400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34" name="Google Shape;2123;p56">
            <a:extLst>
              <a:ext uri="{FF2B5EF4-FFF2-40B4-BE49-F238E27FC236}">
                <a16:creationId xmlns="" xmlns:a16="http://schemas.microsoft.com/office/drawing/2014/main" id="{A27FF7B7-F2A2-7806-EF92-0B56F3217314}"/>
              </a:ext>
            </a:extLst>
          </p:cNvPr>
          <p:cNvSpPr/>
          <p:nvPr/>
        </p:nvSpPr>
        <p:spPr>
          <a:xfrm flipH="1">
            <a:off x="2330086" y="4056048"/>
            <a:ext cx="7940588" cy="977015"/>
          </a:xfrm>
          <a:prstGeom prst="roundRect">
            <a:avLst>
              <a:gd name="adj" fmla="val 6170"/>
            </a:avLst>
          </a:prstGeom>
          <a:solidFill>
            <a:srgbClr val="167E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2201;p56">
            <a:extLst>
              <a:ext uri="{FF2B5EF4-FFF2-40B4-BE49-F238E27FC236}">
                <a16:creationId xmlns="" xmlns:a16="http://schemas.microsoft.com/office/drawing/2014/main" id="{413A22C6-A810-CE38-B64C-54A27428B4AC}"/>
              </a:ext>
            </a:extLst>
          </p:cNvPr>
          <p:cNvGrpSpPr/>
          <p:nvPr/>
        </p:nvGrpSpPr>
        <p:grpSpPr>
          <a:xfrm>
            <a:off x="2491106" y="4133016"/>
            <a:ext cx="6671937" cy="1486511"/>
            <a:chOff x="3285678" y="1031386"/>
            <a:chExt cx="2885069" cy="1084339"/>
          </a:xfrm>
        </p:grpSpPr>
        <p:sp>
          <p:nvSpPr>
            <p:cNvPr id="36" name="Google Shape;2202;p56">
              <a:extLst>
                <a:ext uri="{FF2B5EF4-FFF2-40B4-BE49-F238E27FC236}">
                  <a16:creationId xmlns="" xmlns:a16="http://schemas.microsoft.com/office/drawing/2014/main" id="{4ACFBB0B-5121-6E69-B0C2-76573068AF69}"/>
                </a:ext>
              </a:extLst>
            </p:cNvPr>
            <p:cNvSpPr txBox="1"/>
            <p:nvPr/>
          </p:nvSpPr>
          <p:spPr>
            <a:xfrm flipH="1">
              <a:off x="3285678" y="1031386"/>
              <a:ext cx="2885069" cy="910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2400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</a:t>
              </a:r>
              <a:r>
                <a:rPr lang="en-US" sz="2400" dirty="0" smtClean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</a:t>
              </a:r>
              <a:endParaRPr lang="en-US" sz="2400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Google Shape;2203;p56">
              <a:extLst>
                <a:ext uri="{FF2B5EF4-FFF2-40B4-BE49-F238E27FC236}">
                  <a16:creationId xmlns="" xmlns:a16="http://schemas.microsoft.com/office/drawing/2014/main" id="{EF295BB1-3307-3D99-9B09-064CDE1EE878}"/>
                </a:ext>
              </a:extLst>
            </p:cNvPr>
            <p:cNvSpPr txBox="1"/>
            <p:nvPr/>
          </p:nvSpPr>
          <p:spPr>
            <a:xfrm flipH="1">
              <a:off x="3322600" y="1581725"/>
              <a:ext cx="9141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38" name="Google Shape;2197;p56">
            <a:extLst>
              <a:ext uri="{FF2B5EF4-FFF2-40B4-BE49-F238E27FC236}">
                <a16:creationId xmlns="" xmlns:a16="http://schemas.microsoft.com/office/drawing/2014/main" id="{37F882C5-A9C7-C15A-9322-DA384B4EAE3B}"/>
              </a:ext>
            </a:extLst>
          </p:cNvPr>
          <p:cNvSpPr txBox="1"/>
          <p:nvPr/>
        </p:nvSpPr>
        <p:spPr>
          <a:xfrm flipH="1">
            <a:off x="9467337" y="5706580"/>
            <a:ext cx="914100" cy="2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F4AD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9" name="Google Shape;2123;p56">
            <a:extLst>
              <a:ext uri="{FF2B5EF4-FFF2-40B4-BE49-F238E27FC236}">
                <a16:creationId xmlns="" xmlns:a16="http://schemas.microsoft.com/office/drawing/2014/main" id="{FA3E3EF8-0F38-5668-16A1-92EEC7561075}"/>
              </a:ext>
            </a:extLst>
          </p:cNvPr>
          <p:cNvSpPr/>
          <p:nvPr/>
        </p:nvSpPr>
        <p:spPr>
          <a:xfrm flipH="1">
            <a:off x="2330086" y="5380726"/>
            <a:ext cx="7940588" cy="977015"/>
          </a:xfrm>
          <a:prstGeom prst="roundRect">
            <a:avLst>
              <a:gd name="adj" fmla="val 6170"/>
            </a:avLst>
          </a:prstGeom>
          <a:solidFill>
            <a:srgbClr val="167E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2202;p56">
            <a:extLst>
              <a:ext uri="{FF2B5EF4-FFF2-40B4-BE49-F238E27FC236}">
                <a16:creationId xmlns="" xmlns:a16="http://schemas.microsoft.com/office/drawing/2014/main" id="{BBAA32B2-9063-32FA-3277-0753B448C601}"/>
              </a:ext>
            </a:extLst>
          </p:cNvPr>
          <p:cNvSpPr txBox="1"/>
          <p:nvPr/>
        </p:nvSpPr>
        <p:spPr>
          <a:xfrm flipH="1">
            <a:off x="2437806" y="5394358"/>
            <a:ext cx="6671937" cy="124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00" dirty="0">
              <a:solidFill>
                <a:srgbClr val="FFFFFF"/>
              </a:solidFill>
              <a:latin typeface="Kulim Park" panose="00000500000000000000" pitchFamily="50" charset="0"/>
              <a:ea typeface="Roboto"/>
              <a:cs typeface="Roboto"/>
              <a:sym typeface="Roboto"/>
            </a:endParaRPr>
          </a:p>
        </p:txBody>
      </p:sp>
      <p:grpSp>
        <p:nvGrpSpPr>
          <p:cNvPr id="41" name="Google Shape;2124;p56">
            <a:extLst>
              <a:ext uri="{FF2B5EF4-FFF2-40B4-BE49-F238E27FC236}">
                <a16:creationId xmlns="" xmlns:a16="http://schemas.microsoft.com/office/drawing/2014/main" id="{AA75C74E-425C-D6EF-FB6C-B7A8AFC4C3B9}"/>
              </a:ext>
            </a:extLst>
          </p:cNvPr>
          <p:cNvGrpSpPr/>
          <p:nvPr/>
        </p:nvGrpSpPr>
        <p:grpSpPr>
          <a:xfrm flipH="1">
            <a:off x="9008028" y="4038605"/>
            <a:ext cx="1270553" cy="1004588"/>
            <a:chOff x="1388550" y="311575"/>
            <a:chExt cx="1099794" cy="1099794"/>
          </a:xfrm>
        </p:grpSpPr>
        <p:sp>
          <p:nvSpPr>
            <p:cNvPr id="42" name="Google Shape;2125;p56">
              <a:extLst>
                <a:ext uri="{FF2B5EF4-FFF2-40B4-BE49-F238E27FC236}">
                  <a16:creationId xmlns="" xmlns:a16="http://schemas.microsoft.com/office/drawing/2014/main" id="{E524030C-EB11-65FD-061D-95BAA8F66735}"/>
                </a:ext>
              </a:extLst>
            </p:cNvPr>
            <p:cNvSpPr/>
            <p:nvPr/>
          </p:nvSpPr>
          <p:spPr>
            <a:xfrm>
              <a:off x="1388550" y="311575"/>
              <a:ext cx="1099794" cy="1099794"/>
            </a:xfrm>
            <a:custGeom>
              <a:avLst/>
              <a:gdLst/>
              <a:ahLst/>
              <a:cxnLst/>
              <a:rect l="l" t="t" r="r" b="b"/>
              <a:pathLst>
                <a:path w="5254" h="5254" extrusionOk="0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26;p56">
              <a:extLst>
                <a:ext uri="{FF2B5EF4-FFF2-40B4-BE49-F238E27FC236}">
                  <a16:creationId xmlns="" xmlns:a16="http://schemas.microsoft.com/office/drawing/2014/main" id="{5BC69E14-6BF6-C31D-5134-36DD428C8698}"/>
                </a:ext>
              </a:extLst>
            </p:cNvPr>
            <p:cNvSpPr/>
            <p:nvPr/>
          </p:nvSpPr>
          <p:spPr>
            <a:xfrm>
              <a:off x="1540103" y="463337"/>
              <a:ext cx="796482" cy="796482"/>
            </a:xfrm>
            <a:custGeom>
              <a:avLst/>
              <a:gdLst/>
              <a:ahLst/>
              <a:cxnLst/>
              <a:rect l="l" t="t" r="r" b="b"/>
              <a:pathLst>
                <a:path w="3805" h="3805" extrusionOk="0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27;p56">
              <a:extLst>
                <a:ext uri="{FF2B5EF4-FFF2-40B4-BE49-F238E27FC236}">
                  <a16:creationId xmlns="" xmlns:a16="http://schemas.microsoft.com/office/drawing/2014/main" id="{AC492B6E-FA4E-ECA3-19BB-DEFBC45844A3}"/>
                </a:ext>
              </a:extLst>
            </p:cNvPr>
            <p:cNvSpPr/>
            <p:nvPr/>
          </p:nvSpPr>
          <p:spPr>
            <a:xfrm>
              <a:off x="2026789" y="471501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28;p56">
              <a:extLst>
                <a:ext uri="{FF2B5EF4-FFF2-40B4-BE49-F238E27FC236}">
                  <a16:creationId xmlns="" xmlns:a16="http://schemas.microsoft.com/office/drawing/2014/main" id="{A6AB1899-A2BB-F1BD-496B-75BD9B1EF094}"/>
                </a:ext>
              </a:extLst>
            </p:cNvPr>
            <p:cNvSpPr/>
            <p:nvPr/>
          </p:nvSpPr>
          <p:spPr>
            <a:xfrm>
              <a:off x="2026789" y="1166887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29;p56">
              <a:extLst>
                <a:ext uri="{FF2B5EF4-FFF2-40B4-BE49-F238E27FC236}">
                  <a16:creationId xmlns="" xmlns:a16="http://schemas.microsoft.com/office/drawing/2014/main" id="{E23C685C-E529-81E6-D47A-6F863D3FD3A9}"/>
                </a:ext>
              </a:extLst>
            </p:cNvPr>
            <p:cNvSpPr/>
            <p:nvPr/>
          </p:nvSpPr>
          <p:spPr>
            <a:xfrm>
              <a:off x="1936988" y="471501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30;p56">
              <a:extLst>
                <a:ext uri="{FF2B5EF4-FFF2-40B4-BE49-F238E27FC236}">
                  <a16:creationId xmlns="" xmlns:a16="http://schemas.microsoft.com/office/drawing/2014/main" id="{FE99126E-76C8-2387-3872-11403F5563B4}"/>
                </a:ext>
              </a:extLst>
            </p:cNvPr>
            <p:cNvSpPr/>
            <p:nvPr/>
          </p:nvSpPr>
          <p:spPr>
            <a:xfrm>
              <a:off x="1936988" y="1166887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31;p56">
              <a:extLst>
                <a:ext uri="{FF2B5EF4-FFF2-40B4-BE49-F238E27FC236}">
                  <a16:creationId xmlns="" xmlns:a16="http://schemas.microsoft.com/office/drawing/2014/main" id="{49A03667-7A40-EDD1-5623-E8471FA7A5BD}"/>
                </a:ext>
              </a:extLst>
            </p:cNvPr>
            <p:cNvSpPr/>
            <p:nvPr/>
          </p:nvSpPr>
          <p:spPr>
            <a:xfrm>
              <a:off x="1847186" y="471501"/>
              <a:ext cx="2931" cy="84567"/>
            </a:xfrm>
            <a:custGeom>
              <a:avLst/>
              <a:gdLst/>
              <a:ahLst/>
              <a:cxnLst/>
              <a:rect l="l" t="t" r="r" b="b"/>
              <a:pathLst>
                <a:path w="14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32;p56">
              <a:extLst>
                <a:ext uri="{FF2B5EF4-FFF2-40B4-BE49-F238E27FC236}">
                  <a16:creationId xmlns="" xmlns:a16="http://schemas.microsoft.com/office/drawing/2014/main" id="{A6442553-E4A6-E1A0-076F-C650627381A3}"/>
                </a:ext>
              </a:extLst>
            </p:cNvPr>
            <p:cNvSpPr/>
            <p:nvPr/>
          </p:nvSpPr>
          <p:spPr>
            <a:xfrm>
              <a:off x="1847186" y="1166887"/>
              <a:ext cx="2931" cy="84567"/>
            </a:xfrm>
            <a:custGeom>
              <a:avLst/>
              <a:gdLst/>
              <a:ahLst/>
              <a:cxnLst/>
              <a:rect l="l" t="t" r="r" b="b"/>
              <a:pathLst>
                <a:path w="14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33;p56">
              <a:extLst>
                <a:ext uri="{FF2B5EF4-FFF2-40B4-BE49-F238E27FC236}">
                  <a16:creationId xmlns="" xmlns:a16="http://schemas.microsoft.com/office/drawing/2014/main" id="{B1E79BD7-3238-3014-FA8C-F484B3D87915}"/>
                </a:ext>
              </a:extLst>
            </p:cNvPr>
            <p:cNvSpPr/>
            <p:nvPr/>
          </p:nvSpPr>
          <p:spPr>
            <a:xfrm>
              <a:off x="1548476" y="860222"/>
              <a:ext cx="84567" cy="2721"/>
            </a:xfrm>
            <a:custGeom>
              <a:avLst/>
              <a:gdLst/>
              <a:ahLst/>
              <a:cxnLst/>
              <a:rect l="l" t="t" r="r" b="b"/>
              <a:pathLst>
                <a:path w="404" h="13" extrusionOk="0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34;p56">
              <a:extLst>
                <a:ext uri="{FF2B5EF4-FFF2-40B4-BE49-F238E27FC236}">
                  <a16:creationId xmlns="" xmlns:a16="http://schemas.microsoft.com/office/drawing/2014/main" id="{615DDD32-9DF1-FE44-F3C0-7E4D27EC1B00}"/>
                </a:ext>
              </a:extLst>
            </p:cNvPr>
            <p:cNvSpPr/>
            <p:nvPr/>
          </p:nvSpPr>
          <p:spPr>
            <a:xfrm>
              <a:off x="2243862" y="860222"/>
              <a:ext cx="84567" cy="2721"/>
            </a:xfrm>
            <a:custGeom>
              <a:avLst/>
              <a:gdLst/>
              <a:ahLst/>
              <a:cxnLst/>
              <a:rect l="l" t="t" r="r" b="b"/>
              <a:pathLst>
                <a:path w="404" h="13" extrusionOk="0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00F4AD"/>
            </a:solidFill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2124;p56">
            <a:extLst>
              <a:ext uri="{FF2B5EF4-FFF2-40B4-BE49-F238E27FC236}">
                <a16:creationId xmlns="" xmlns:a16="http://schemas.microsoft.com/office/drawing/2014/main" id="{81D24FD9-A039-0EA5-7E28-824D538D4E60}"/>
              </a:ext>
            </a:extLst>
          </p:cNvPr>
          <p:cNvGrpSpPr/>
          <p:nvPr/>
        </p:nvGrpSpPr>
        <p:grpSpPr>
          <a:xfrm flipH="1">
            <a:off x="9039663" y="5379743"/>
            <a:ext cx="1231011" cy="1004589"/>
            <a:chOff x="1388550" y="311575"/>
            <a:chExt cx="1099794" cy="1099794"/>
          </a:xfrm>
          <a:solidFill>
            <a:srgbClr val="116F89"/>
          </a:solidFill>
        </p:grpSpPr>
        <p:sp>
          <p:nvSpPr>
            <p:cNvPr id="64" name="Google Shape;2125;p56">
              <a:extLst>
                <a:ext uri="{FF2B5EF4-FFF2-40B4-BE49-F238E27FC236}">
                  <a16:creationId xmlns="" xmlns:a16="http://schemas.microsoft.com/office/drawing/2014/main" id="{E04C611B-BCA7-9AC2-FCB1-1F7C5278B08D}"/>
                </a:ext>
              </a:extLst>
            </p:cNvPr>
            <p:cNvSpPr/>
            <p:nvPr/>
          </p:nvSpPr>
          <p:spPr>
            <a:xfrm>
              <a:off x="1388550" y="311575"/>
              <a:ext cx="1099794" cy="1099794"/>
            </a:xfrm>
            <a:custGeom>
              <a:avLst/>
              <a:gdLst/>
              <a:ahLst/>
              <a:cxnLst/>
              <a:rect l="l" t="t" r="r" b="b"/>
              <a:pathLst>
                <a:path w="5254" h="5254" extrusionOk="0">
                  <a:moveTo>
                    <a:pt x="4776" y="13"/>
                  </a:moveTo>
                  <a:cubicBezTo>
                    <a:pt x="5032" y="13"/>
                    <a:pt x="5241" y="222"/>
                    <a:pt x="5241" y="478"/>
                  </a:cubicBezTo>
                  <a:lnTo>
                    <a:pt x="5241" y="4776"/>
                  </a:lnTo>
                  <a:cubicBezTo>
                    <a:pt x="5241" y="5033"/>
                    <a:pt x="5032" y="5240"/>
                    <a:pt x="4776" y="5240"/>
                  </a:cubicBezTo>
                  <a:lnTo>
                    <a:pt x="478" y="5240"/>
                  </a:lnTo>
                  <a:cubicBezTo>
                    <a:pt x="221" y="5240"/>
                    <a:pt x="14" y="5033"/>
                    <a:pt x="14" y="4776"/>
                  </a:cubicBezTo>
                  <a:lnTo>
                    <a:pt x="14" y="478"/>
                  </a:lnTo>
                  <a:cubicBezTo>
                    <a:pt x="14" y="222"/>
                    <a:pt x="221" y="13"/>
                    <a:pt x="478" y="13"/>
                  </a:cubicBezTo>
                  <a:close/>
                  <a:moveTo>
                    <a:pt x="478" y="1"/>
                  </a:moveTo>
                  <a:cubicBezTo>
                    <a:pt x="214" y="1"/>
                    <a:pt x="0" y="215"/>
                    <a:pt x="0" y="478"/>
                  </a:cubicBezTo>
                  <a:lnTo>
                    <a:pt x="0" y="4776"/>
                  </a:lnTo>
                  <a:cubicBezTo>
                    <a:pt x="0" y="5040"/>
                    <a:pt x="214" y="5254"/>
                    <a:pt x="478" y="5254"/>
                  </a:cubicBezTo>
                  <a:lnTo>
                    <a:pt x="4776" y="5254"/>
                  </a:lnTo>
                  <a:cubicBezTo>
                    <a:pt x="5039" y="5254"/>
                    <a:pt x="5253" y="5040"/>
                    <a:pt x="5253" y="4776"/>
                  </a:cubicBezTo>
                  <a:lnTo>
                    <a:pt x="5253" y="478"/>
                  </a:lnTo>
                  <a:cubicBezTo>
                    <a:pt x="5253" y="215"/>
                    <a:pt x="5039" y="1"/>
                    <a:pt x="4776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126;p56">
              <a:extLst>
                <a:ext uri="{FF2B5EF4-FFF2-40B4-BE49-F238E27FC236}">
                  <a16:creationId xmlns="" xmlns:a16="http://schemas.microsoft.com/office/drawing/2014/main" id="{AF619BA6-4A09-180E-D15D-C80552D3BC82}"/>
                </a:ext>
              </a:extLst>
            </p:cNvPr>
            <p:cNvSpPr/>
            <p:nvPr/>
          </p:nvSpPr>
          <p:spPr>
            <a:xfrm>
              <a:off x="1540103" y="463337"/>
              <a:ext cx="796482" cy="796482"/>
            </a:xfrm>
            <a:custGeom>
              <a:avLst/>
              <a:gdLst/>
              <a:ahLst/>
              <a:cxnLst/>
              <a:rect l="l" t="t" r="r" b="b"/>
              <a:pathLst>
                <a:path w="3805" h="3805" extrusionOk="0">
                  <a:moveTo>
                    <a:pt x="3458" y="14"/>
                  </a:moveTo>
                  <a:cubicBezTo>
                    <a:pt x="3642" y="14"/>
                    <a:pt x="3791" y="163"/>
                    <a:pt x="3791" y="347"/>
                  </a:cubicBezTo>
                  <a:lnTo>
                    <a:pt x="3791" y="3458"/>
                  </a:lnTo>
                  <a:cubicBezTo>
                    <a:pt x="3791" y="3642"/>
                    <a:pt x="3642" y="3791"/>
                    <a:pt x="3458" y="3791"/>
                  </a:cubicBezTo>
                  <a:lnTo>
                    <a:pt x="347" y="3791"/>
                  </a:lnTo>
                  <a:cubicBezTo>
                    <a:pt x="163" y="3791"/>
                    <a:pt x="14" y="3642"/>
                    <a:pt x="14" y="3458"/>
                  </a:cubicBezTo>
                  <a:lnTo>
                    <a:pt x="14" y="347"/>
                  </a:lnTo>
                  <a:cubicBezTo>
                    <a:pt x="14" y="163"/>
                    <a:pt x="163" y="14"/>
                    <a:pt x="347" y="14"/>
                  </a:cubicBezTo>
                  <a:close/>
                  <a:moveTo>
                    <a:pt x="347" y="0"/>
                  </a:moveTo>
                  <a:cubicBezTo>
                    <a:pt x="156" y="0"/>
                    <a:pt x="1" y="155"/>
                    <a:pt x="1" y="347"/>
                  </a:cubicBezTo>
                  <a:lnTo>
                    <a:pt x="1" y="3458"/>
                  </a:lnTo>
                  <a:cubicBezTo>
                    <a:pt x="1" y="3649"/>
                    <a:pt x="156" y="3804"/>
                    <a:pt x="347" y="3804"/>
                  </a:cubicBezTo>
                  <a:lnTo>
                    <a:pt x="3458" y="3804"/>
                  </a:lnTo>
                  <a:cubicBezTo>
                    <a:pt x="3650" y="3804"/>
                    <a:pt x="3805" y="3649"/>
                    <a:pt x="3805" y="3458"/>
                  </a:cubicBezTo>
                  <a:lnTo>
                    <a:pt x="3805" y="347"/>
                  </a:lnTo>
                  <a:cubicBezTo>
                    <a:pt x="3805" y="155"/>
                    <a:pt x="3650" y="0"/>
                    <a:pt x="3458" y="0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127;p56">
              <a:extLst>
                <a:ext uri="{FF2B5EF4-FFF2-40B4-BE49-F238E27FC236}">
                  <a16:creationId xmlns="" xmlns:a16="http://schemas.microsoft.com/office/drawing/2014/main" id="{851AE571-8125-8102-DEEA-A819B970C008}"/>
                </a:ext>
              </a:extLst>
            </p:cNvPr>
            <p:cNvSpPr/>
            <p:nvPr/>
          </p:nvSpPr>
          <p:spPr>
            <a:xfrm>
              <a:off x="2026789" y="471501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28;p56">
              <a:extLst>
                <a:ext uri="{FF2B5EF4-FFF2-40B4-BE49-F238E27FC236}">
                  <a16:creationId xmlns="" xmlns:a16="http://schemas.microsoft.com/office/drawing/2014/main" id="{5F035EE3-3C1B-1EAB-0DE3-B6835BFC3065}"/>
                </a:ext>
              </a:extLst>
            </p:cNvPr>
            <p:cNvSpPr/>
            <p:nvPr/>
          </p:nvSpPr>
          <p:spPr>
            <a:xfrm>
              <a:off x="2026789" y="1166887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29;p56">
              <a:extLst>
                <a:ext uri="{FF2B5EF4-FFF2-40B4-BE49-F238E27FC236}">
                  <a16:creationId xmlns="" xmlns:a16="http://schemas.microsoft.com/office/drawing/2014/main" id="{794284A4-4989-7D9C-725D-076F426D113F}"/>
                </a:ext>
              </a:extLst>
            </p:cNvPr>
            <p:cNvSpPr/>
            <p:nvPr/>
          </p:nvSpPr>
          <p:spPr>
            <a:xfrm>
              <a:off x="1936988" y="471501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30;p56">
              <a:extLst>
                <a:ext uri="{FF2B5EF4-FFF2-40B4-BE49-F238E27FC236}">
                  <a16:creationId xmlns="" xmlns:a16="http://schemas.microsoft.com/office/drawing/2014/main" id="{2C8BA7AC-8BC4-9D35-3862-DCF5C6C50BCA}"/>
                </a:ext>
              </a:extLst>
            </p:cNvPr>
            <p:cNvSpPr/>
            <p:nvPr/>
          </p:nvSpPr>
          <p:spPr>
            <a:xfrm>
              <a:off x="1936988" y="1166887"/>
              <a:ext cx="2721" cy="84567"/>
            </a:xfrm>
            <a:custGeom>
              <a:avLst/>
              <a:gdLst/>
              <a:ahLst/>
              <a:cxnLst/>
              <a:rect l="l" t="t" r="r" b="b"/>
              <a:pathLst>
                <a:path w="13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31;p56">
              <a:extLst>
                <a:ext uri="{FF2B5EF4-FFF2-40B4-BE49-F238E27FC236}">
                  <a16:creationId xmlns="" xmlns:a16="http://schemas.microsoft.com/office/drawing/2014/main" id="{755735EE-3943-A16F-0959-1B83AAE07751}"/>
                </a:ext>
              </a:extLst>
            </p:cNvPr>
            <p:cNvSpPr/>
            <p:nvPr/>
          </p:nvSpPr>
          <p:spPr>
            <a:xfrm>
              <a:off x="1847186" y="471501"/>
              <a:ext cx="2931" cy="84567"/>
            </a:xfrm>
            <a:custGeom>
              <a:avLst/>
              <a:gdLst/>
              <a:ahLst/>
              <a:cxnLst/>
              <a:rect l="l" t="t" r="r" b="b"/>
              <a:pathLst>
                <a:path w="14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132;p56">
              <a:extLst>
                <a:ext uri="{FF2B5EF4-FFF2-40B4-BE49-F238E27FC236}">
                  <a16:creationId xmlns="" xmlns:a16="http://schemas.microsoft.com/office/drawing/2014/main" id="{10030412-A4A3-1F8F-7460-2A1344852B13}"/>
                </a:ext>
              </a:extLst>
            </p:cNvPr>
            <p:cNvSpPr/>
            <p:nvPr/>
          </p:nvSpPr>
          <p:spPr>
            <a:xfrm>
              <a:off x="1847186" y="1166887"/>
              <a:ext cx="2931" cy="84567"/>
            </a:xfrm>
            <a:custGeom>
              <a:avLst/>
              <a:gdLst/>
              <a:ahLst/>
              <a:cxnLst/>
              <a:rect l="l" t="t" r="r" b="b"/>
              <a:pathLst>
                <a:path w="14" h="404" extrusionOk="0">
                  <a:moveTo>
                    <a:pt x="1" y="1"/>
                  </a:moveTo>
                  <a:lnTo>
                    <a:pt x="1" y="404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133;p56">
              <a:extLst>
                <a:ext uri="{FF2B5EF4-FFF2-40B4-BE49-F238E27FC236}">
                  <a16:creationId xmlns="" xmlns:a16="http://schemas.microsoft.com/office/drawing/2014/main" id="{48116085-EE2C-17A0-216A-995AF2F5B6F2}"/>
                </a:ext>
              </a:extLst>
            </p:cNvPr>
            <p:cNvSpPr/>
            <p:nvPr/>
          </p:nvSpPr>
          <p:spPr>
            <a:xfrm>
              <a:off x="1548476" y="860222"/>
              <a:ext cx="84567" cy="2721"/>
            </a:xfrm>
            <a:custGeom>
              <a:avLst/>
              <a:gdLst/>
              <a:ahLst/>
              <a:cxnLst/>
              <a:rect l="l" t="t" r="r" b="b"/>
              <a:pathLst>
                <a:path w="404" h="13" extrusionOk="0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134;p56">
              <a:extLst>
                <a:ext uri="{FF2B5EF4-FFF2-40B4-BE49-F238E27FC236}">
                  <a16:creationId xmlns="" xmlns:a16="http://schemas.microsoft.com/office/drawing/2014/main" id="{B6E820E8-6A69-1B42-22AA-02EDB93419BF}"/>
                </a:ext>
              </a:extLst>
            </p:cNvPr>
            <p:cNvSpPr/>
            <p:nvPr/>
          </p:nvSpPr>
          <p:spPr>
            <a:xfrm>
              <a:off x="2243862" y="860222"/>
              <a:ext cx="84567" cy="2721"/>
            </a:xfrm>
            <a:custGeom>
              <a:avLst/>
              <a:gdLst/>
              <a:ahLst/>
              <a:cxnLst/>
              <a:rect l="l" t="t" r="r" b="b"/>
              <a:pathLst>
                <a:path w="404" h="13" extrusionOk="0">
                  <a:moveTo>
                    <a:pt x="0" y="0"/>
                  </a:moveTo>
                  <a:lnTo>
                    <a:pt x="0" y="12"/>
                  </a:lnTo>
                  <a:lnTo>
                    <a:pt x="403" y="12"/>
                  </a:lnTo>
                  <a:lnTo>
                    <a:pt x="403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00F4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2202;p56">
            <a:extLst>
              <a:ext uri="{FF2B5EF4-FFF2-40B4-BE49-F238E27FC236}">
                <a16:creationId xmlns="" xmlns:a16="http://schemas.microsoft.com/office/drawing/2014/main" id="{2C080F5E-3DDA-6F34-8977-9D321456B6A9}"/>
              </a:ext>
            </a:extLst>
          </p:cNvPr>
          <p:cNvSpPr txBox="1"/>
          <p:nvPr/>
        </p:nvSpPr>
        <p:spPr>
          <a:xfrm flipH="1">
            <a:off x="2392699" y="5394160"/>
            <a:ext cx="6757234" cy="124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dirty="0">
                <a:solidFill>
                  <a:srgbClr val="F0EF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 Encryption (For secure communication)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330086" y="1324402"/>
            <a:ext cx="7945425" cy="1052161"/>
            <a:chOff x="2330086" y="1324402"/>
            <a:chExt cx="7945425" cy="1052161"/>
          </a:xfrm>
        </p:grpSpPr>
        <p:sp>
          <p:nvSpPr>
            <p:cNvPr id="3" name="Google Shape;2123;p56">
              <a:extLst>
                <a:ext uri="{FF2B5EF4-FFF2-40B4-BE49-F238E27FC236}">
                  <a16:creationId xmlns="" xmlns:a16="http://schemas.microsoft.com/office/drawing/2014/main" id="{EC40BD2A-C518-B9C6-8834-B167D8705916}"/>
                </a:ext>
              </a:extLst>
            </p:cNvPr>
            <p:cNvSpPr/>
            <p:nvPr/>
          </p:nvSpPr>
          <p:spPr>
            <a:xfrm flipH="1">
              <a:off x="2330086" y="1324402"/>
              <a:ext cx="7940588" cy="1052161"/>
            </a:xfrm>
            <a:prstGeom prst="roundRect">
              <a:avLst>
                <a:gd name="adj" fmla="val 6170"/>
              </a:avLst>
            </a:prstGeom>
            <a:solidFill>
              <a:srgbClr val="167E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" name="Google Shape;2124;p56">
              <a:extLst>
                <a:ext uri="{FF2B5EF4-FFF2-40B4-BE49-F238E27FC236}">
                  <a16:creationId xmlns="" xmlns:a16="http://schemas.microsoft.com/office/drawing/2014/main" id="{B69F6FFA-74BA-BEF0-DC16-020C16C7A4FB}"/>
                </a:ext>
              </a:extLst>
            </p:cNvPr>
            <p:cNvGrpSpPr/>
            <p:nvPr/>
          </p:nvGrpSpPr>
          <p:grpSpPr>
            <a:xfrm flipH="1">
              <a:off x="8979579" y="1324601"/>
              <a:ext cx="1295932" cy="1051949"/>
              <a:chOff x="1388550" y="311575"/>
              <a:chExt cx="1099794" cy="1099794"/>
            </a:xfrm>
          </p:grpSpPr>
          <p:sp>
            <p:nvSpPr>
              <p:cNvPr id="5" name="Google Shape;2125;p56">
                <a:extLst>
                  <a:ext uri="{FF2B5EF4-FFF2-40B4-BE49-F238E27FC236}">
                    <a16:creationId xmlns="" xmlns:a16="http://schemas.microsoft.com/office/drawing/2014/main" id="{4F949EED-085B-785E-3C9C-3C105066BC9B}"/>
                  </a:ext>
                </a:extLst>
              </p:cNvPr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5254" extrusionOk="0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126;p56">
                <a:extLst>
                  <a:ext uri="{FF2B5EF4-FFF2-40B4-BE49-F238E27FC236}">
                    <a16:creationId xmlns="" xmlns:a16="http://schemas.microsoft.com/office/drawing/2014/main" id="{AD5C9762-8997-D526-2BD7-4EF18CE773AE}"/>
                  </a:ext>
                </a:extLst>
              </p:cNvPr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avLst/>
                <a:gdLst/>
                <a:ahLst/>
                <a:cxnLst/>
                <a:rect l="l" t="t" r="r" b="b"/>
                <a:pathLst>
                  <a:path w="3805" h="3805" extrusionOk="0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127;p56">
                <a:extLst>
                  <a:ext uri="{FF2B5EF4-FFF2-40B4-BE49-F238E27FC236}">
                    <a16:creationId xmlns="" xmlns:a16="http://schemas.microsoft.com/office/drawing/2014/main" id="{9C3FD909-9264-1903-CB27-0B2175601E6F}"/>
                  </a:ext>
                </a:extLst>
              </p:cNvPr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128;p56">
                <a:extLst>
                  <a:ext uri="{FF2B5EF4-FFF2-40B4-BE49-F238E27FC236}">
                    <a16:creationId xmlns="" xmlns:a16="http://schemas.microsoft.com/office/drawing/2014/main" id="{D755F9D6-73B5-461A-0A7A-151E6893BF74}"/>
                  </a:ext>
                </a:extLst>
              </p:cNvPr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129;p56">
                <a:extLst>
                  <a:ext uri="{FF2B5EF4-FFF2-40B4-BE49-F238E27FC236}">
                    <a16:creationId xmlns="" xmlns:a16="http://schemas.microsoft.com/office/drawing/2014/main" id="{70E0D49E-3DC9-4579-279B-BD1234550D7D}"/>
                  </a:ext>
                </a:extLst>
              </p:cNvPr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130;p56">
                <a:extLst>
                  <a:ext uri="{FF2B5EF4-FFF2-40B4-BE49-F238E27FC236}">
                    <a16:creationId xmlns="" xmlns:a16="http://schemas.microsoft.com/office/drawing/2014/main" id="{3F0B36E6-5054-0067-59A7-C95807F4F554}"/>
                  </a:ext>
                </a:extLst>
              </p:cNvPr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131;p56">
                <a:extLst>
                  <a:ext uri="{FF2B5EF4-FFF2-40B4-BE49-F238E27FC236}">
                    <a16:creationId xmlns="" xmlns:a16="http://schemas.microsoft.com/office/drawing/2014/main" id="{F063A2D6-50E7-7315-60A6-95F932E867E0}"/>
                  </a:ext>
                </a:extLst>
              </p:cNvPr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132;p56">
                <a:extLst>
                  <a:ext uri="{FF2B5EF4-FFF2-40B4-BE49-F238E27FC236}">
                    <a16:creationId xmlns="" xmlns:a16="http://schemas.microsoft.com/office/drawing/2014/main" id="{41676A02-0CB5-C225-014B-28254D63247A}"/>
                  </a:ext>
                </a:extLst>
              </p:cNvPr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133;p56">
                <a:extLst>
                  <a:ext uri="{FF2B5EF4-FFF2-40B4-BE49-F238E27FC236}">
                    <a16:creationId xmlns="" xmlns:a16="http://schemas.microsoft.com/office/drawing/2014/main" id="{B80CFE80-A653-C8BC-BC30-4B03D3C83AF6}"/>
                  </a:ext>
                </a:extLst>
              </p:cNvPr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3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134;p56">
                <a:extLst>
                  <a:ext uri="{FF2B5EF4-FFF2-40B4-BE49-F238E27FC236}">
                    <a16:creationId xmlns="" xmlns:a16="http://schemas.microsoft.com/office/drawing/2014/main" id="{7C3CD0D9-6A46-81E1-4C8B-6DBB636AFBE8}"/>
                  </a:ext>
                </a:extLst>
              </p:cNvPr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3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" name="Google Shape;2201;p56">
              <a:extLst>
                <a:ext uri="{FF2B5EF4-FFF2-40B4-BE49-F238E27FC236}">
                  <a16:creationId xmlns="" xmlns:a16="http://schemas.microsoft.com/office/drawing/2014/main" id="{4BB50AFE-3831-59CB-A4A8-8DAE64558D8F}"/>
                </a:ext>
              </a:extLst>
            </p:cNvPr>
            <p:cNvGrpSpPr/>
            <p:nvPr/>
          </p:nvGrpSpPr>
          <p:grpSpPr>
            <a:xfrm>
              <a:off x="2487311" y="1435201"/>
              <a:ext cx="6534874" cy="896428"/>
              <a:chOff x="3322600" y="1008499"/>
              <a:chExt cx="2849654" cy="1107226"/>
            </a:xfrm>
          </p:grpSpPr>
          <p:sp>
            <p:nvSpPr>
              <p:cNvPr id="32" name="Google Shape;2202;p56">
                <a:extLst>
                  <a:ext uri="{FF2B5EF4-FFF2-40B4-BE49-F238E27FC236}">
                    <a16:creationId xmlns="" xmlns:a16="http://schemas.microsoft.com/office/drawing/2014/main" id="{897230B2-ED98-5A4C-9353-47EA2EA0A336}"/>
                  </a:ext>
                </a:extLst>
              </p:cNvPr>
              <p:cNvSpPr txBox="1"/>
              <p:nvPr/>
            </p:nvSpPr>
            <p:spPr>
              <a:xfrm flipH="1">
                <a:off x="3332691" y="1008499"/>
                <a:ext cx="2839563" cy="9101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r>
                  <a:rPr lang="en-US" sz="2400" dirty="0">
                    <a:solidFill>
                      <a:srgbClr val="F0EF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JWT Authentication (Secured user login)</a:t>
                </a:r>
              </a:p>
            </p:txBody>
          </p:sp>
          <p:sp>
            <p:nvSpPr>
              <p:cNvPr id="33" name="Google Shape;2203;p56">
                <a:extLst>
                  <a:ext uri="{FF2B5EF4-FFF2-40B4-BE49-F238E27FC236}">
                    <a16:creationId xmlns="" xmlns:a16="http://schemas.microsoft.com/office/drawing/2014/main" id="{E5EA4C03-4C67-7BD9-6A2D-B1B7AE47FF77}"/>
                  </a:ext>
                </a:extLst>
              </p:cNvPr>
              <p:cNvSpPr txBox="1"/>
              <p:nvPr/>
            </p:nvSpPr>
            <p:spPr>
              <a:xfrm flipH="1">
                <a:off x="3322600" y="1581725"/>
                <a:ext cx="914100" cy="53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solidFill>
                    <a:srgbClr val="00F4AD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pic>
          <p:nvPicPr>
            <p:cNvPr id="5122" name="Picture 2">
              <a:extLst>
                <a:ext uri="{FF2B5EF4-FFF2-40B4-BE49-F238E27FC236}">
                  <a16:creationId xmlns="" xmlns:a16="http://schemas.microsoft.com/office/drawing/2014/main" id="{1C36570A-93A7-E52C-2406-08F861100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2811" y="1547955"/>
              <a:ext cx="754741" cy="626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/>
          <p:cNvGrpSpPr/>
          <p:nvPr/>
        </p:nvGrpSpPr>
        <p:grpSpPr>
          <a:xfrm>
            <a:off x="2335239" y="2685692"/>
            <a:ext cx="7985246" cy="1062538"/>
            <a:chOff x="2335239" y="2685692"/>
            <a:chExt cx="7985246" cy="1062538"/>
          </a:xfrm>
        </p:grpSpPr>
        <p:sp>
          <p:nvSpPr>
            <p:cNvPr id="15" name="Google Shape;2135;p56">
              <a:extLst>
                <a:ext uri="{FF2B5EF4-FFF2-40B4-BE49-F238E27FC236}">
                  <a16:creationId xmlns="" xmlns:a16="http://schemas.microsoft.com/office/drawing/2014/main" id="{72D4F7D0-7837-A15F-E222-DA918B9E9A6C}"/>
                </a:ext>
              </a:extLst>
            </p:cNvPr>
            <p:cNvSpPr/>
            <p:nvPr/>
          </p:nvSpPr>
          <p:spPr>
            <a:xfrm flipH="1">
              <a:off x="2335239" y="2685692"/>
              <a:ext cx="7982265" cy="1062538"/>
            </a:xfrm>
            <a:prstGeom prst="roundRect">
              <a:avLst>
                <a:gd name="adj" fmla="val 6170"/>
              </a:avLst>
            </a:prstGeom>
            <a:solidFill>
              <a:srgbClr val="167E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2" name="Google Shape;2124;p56">
              <a:extLst>
                <a:ext uri="{FF2B5EF4-FFF2-40B4-BE49-F238E27FC236}">
                  <a16:creationId xmlns="" xmlns:a16="http://schemas.microsoft.com/office/drawing/2014/main" id="{5039FC4C-4402-6A92-6E4B-B41A9F9D4665}"/>
                </a:ext>
              </a:extLst>
            </p:cNvPr>
            <p:cNvGrpSpPr/>
            <p:nvPr/>
          </p:nvGrpSpPr>
          <p:grpSpPr>
            <a:xfrm flipH="1">
              <a:off x="9024553" y="2690986"/>
              <a:ext cx="1295932" cy="1051949"/>
              <a:chOff x="1388550" y="311575"/>
              <a:chExt cx="1099794" cy="1099794"/>
            </a:xfrm>
          </p:grpSpPr>
          <p:sp>
            <p:nvSpPr>
              <p:cNvPr id="53" name="Google Shape;2125;p56">
                <a:extLst>
                  <a:ext uri="{FF2B5EF4-FFF2-40B4-BE49-F238E27FC236}">
                    <a16:creationId xmlns="" xmlns:a16="http://schemas.microsoft.com/office/drawing/2014/main" id="{409D6441-9D78-7A5C-2B79-81A1BF7BC6FF}"/>
                  </a:ext>
                </a:extLst>
              </p:cNvPr>
              <p:cNvSpPr/>
              <p:nvPr/>
            </p:nvSpPr>
            <p:spPr>
              <a:xfrm>
                <a:off x="1388550" y="311575"/>
                <a:ext cx="1099794" cy="1099794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5254" extrusionOk="0">
                    <a:moveTo>
                      <a:pt x="4776" y="13"/>
                    </a:moveTo>
                    <a:cubicBezTo>
                      <a:pt x="5032" y="13"/>
                      <a:pt x="5241" y="222"/>
                      <a:pt x="5241" y="478"/>
                    </a:cubicBezTo>
                    <a:lnTo>
                      <a:pt x="5241" y="4776"/>
                    </a:lnTo>
                    <a:cubicBezTo>
                      <a:pt x="5241" y="5033"/>
                      <a:pt x="5032" y="5240"/>
                      <a:pt x="4776" y="5240"/>
                    </a:cubicBezTo>
                    <a:lnTo>
                      <a:pt x="478" y="5240"/>
                    </a:lnTo>
                    <a:cubicBezTo>
                      <a:pt x="221" y="5240"/>
                      <a:pt x="14" y="5033"/>
                      <a:pt x="14" y="4776"/>
                    </a:cubicBezTo>
                    <a:lnTo>
                      <a:pt x="14" y="478"/>
                    </a:lnTo>
                    <a:cubicBezTo>
                      <a:pt x="14" y="222"/>
                      <a:pt x="221" y="13"/>
                      <a:pt x="478" y="13"/>
                    </a:cubicBezTo>
                    <a:close/>
                    <a:moveTo>
                      <a:pt x="478" y="1"/>
                    </a:moveTo>
                    <a:cubicBezTo>
                      <a:pt x="214" y="1"/>
                      <a:pt x="0" y="215"/>
                      <a:pt x="0" y="478"/>
                    </a:cubicBezTo>
                    <a:lnTo>
                      <a:pt x="0" y="4776"/>
                    </a:lnTo>
                    <a:cubicBezTo>
                      <a:pt x="0" y="5040"/>
                      <a:pt x="214" y="5254"/>
                      <a:pt x="478" y="5254"/>
                    </a:cubicBezTo>
                    <a:lnTo>
                      <a:pt x="4776" y="5254"/>
                    </a:lnTo>
                    <a:cubicBezTo>
                      <a:pt x="5039" y="5254"/>
                      <a:pt x="5253" y="5040"/>
                      <a:pt x="5253" y="4776"/>
                    </a:cubicBezTo>
                    <a:lnTo>
                      <a:pt x="5253" y="478"/>
                    </a:lnTo>
                    <a:cubicBezTo>
                      <a:pt x="5253" y="215"/>
                      <a:pt x="5039" y="1"/>
                      <a:pt x="4776" y="1"/>
                    </a:cubicBez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126;p56">
                <a:extLst>
                  <a:ext uri="{FF2B5EF4-FFF2-40B4-BE49-F238E27FC236}">
                    <a16:creationId xmlns="" xmlns:a16="http://schemas.microsoft.com/office/drawing/2014/main" id="{118DBE18-9A02-C792-11EA-79FDB5A086B1}"/>
                  </a:ext>
                </a:extLst>
              </p:cNvPr>
              <p:cNvSpPr/>
              <p:nvPr/>
            </p:nvSpPr>
            <p:spPr>
              <a:xfrm>
                <a:off x="1540103" y="463337"/>
                <a:ext cx="796482" cy="796482"/>
              </a:xfrm>
              <a:custGeom>
                <a:avLst/>
                <a:gdLst/>
                <a:ahLst/>
                <a:cxnLst/>
                <a:rect l="l" t="t" r="r" b="b"/>
                <a:pathLst>
                  <a:path w="3805" h="3805" extrusionOk="0">
                    <a:moveTo>
                      <a:pt x="3458" y="14"/>
                    </a:moveTo>
                    <a:cubicBezTo>
                      <a:pt x="3642" y="14"/>
                      <a:pt x="3791" y="163"/>
                      <a:pt x="3791" y="347"/>
                    </a:cubicBezTo>
                    <a:lnTo>
                      <a:pt x="3791" y="3458"/>
                    </a:lnTo>
                    <a:cubicBezTo>
                      <a:pt x="3791" y="3642"/>
                      <a:pt x="3642" y="3791"/>
                      <a:pt x="3458" y="3791"/>
                    </a:cubicBezTo>
                    <a:lnTo>
                      <a:pt x="347" y="3791"/>
                    </a:lnTo>
                    <a:cubicBezTo>
                      <a:pt x="163" y="3791"/>
                      <a:pt x="14" y="3642"/>
                      <a:pt x="14" y="3458"/>
                    </a:cubicBezTo>
                    <a:lnTo>
                      <a:pt x="14" y="347"/>
                    </a:lnTo>
                    <a:cubicBezTo>
                      <a:pt x="14" y="163"/>
                      <a:pt x="163" y="14"/>
                      <a:pt x="347" y="14"/>
                    </a:cubicBezTo>
                    <a:close/>
                    <a:moveTo>
                      <a:pt x="347" y="0"/>
                    </a:moveTo>
                    <a:cubicBezTo>
                      <a:pt x="156" y="0"/>
                      <a:pt x="1" y="155"/>
                      <a:pt x="1" y="347"/>
                    </a:cubicBezTo>
                    <a:lnTo>
                      <a:pt x="1" y="3458"/>
                    </a:lnTo>
                    <a:cubicBezTo>
                      <a:pt x="1" y="3649"/>
                      <a:pt x="156" y="3804"/>
                      <a:pt x="347" y="3804"/>
                    </a:cubicBezTo>
                    <a:lnTo>
                      <a:pt x="3458" y="3804"/>
                    </a:lnTo>
                    <a:cubicBezTo>
                      <a:pt x="3650" y="3804"/>
                      <a:pt x="3805" y="3649"/>
                      <a:pt x="3805" y="3458"/>
                    </a:cubicBezTo>
                    <a:lnTo>
                      <a:pt x="3805" y="347"/>
                    </a:lnTo>
                    <a:cubicBezTo>
                      <a:pt x="3805" y="155"/>
                      <a:pt x="3650" y="0"/>
                      <a:pt x="3458" y="0"/>
                    </a:cubicBez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127;p56">
                <a:extLst>
                  <a:ext uri="{FF2B5EF4-FFF2-40B4-BE49-F238E27FC236}">
                    <a16:creationId xmlns="" xmlns:a16="http://schemas.microsoft.com/office/drawing/2014/main" id="{A3EE397A-E789-97C8-AF30-81445C7BBB70}"/>
                  </a:ext>
                </a:extLst>
              </p:cNvPr>
              <p:cNvSpPr/>
              <p:nvPr/>
            </p:nvSpPr>
            <p:spPr>
              <a:xfrm>
                <a:off x="2026789" y="471501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128;p56">
                <a:extLst>
                  <a:ext uri="{FF2B5EF4-FFF2-40B4-BE49-F238E27FC236}">
                    <a16:creationId xmlns="" xmlns:a16="http://schemas.microsoft.com/office/drawing/2014/main" id="{F122E779-E70A-CEAA-8337-00B2EA44E856}"/>
                  </a:ext>
                </a:extLst>
              </p:cNvPr>
              <p:cNvSpPr/>
              <p:nvPr/>
            </p:nvSpPr>
            <p:spPr>
              <a:xfrm>
                <a:off x="2026789" y="1166887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129;p56">
                <a:extLst>
                  <a:ext uri="{FF2B5EF4-FFF2-40B4-BE49-F238E27FC236}">
                    <a16:creationId xmlns="" xmlns:a16="http://schemas.microsoft.com/office/drawing/2014/main" id="{A40BDA99-1B90-58F7-80D4-5DF59A969DCC}"/>
                  </a:ext>
                </a:extLst>
              </p:cNvPr>
              <p:cNvSpPr/>
              <p:nvPr/>
            </p:nvSpPr>
            <p:spPr>
              <a:xfrm>
                <a:off x="1936988" y="471501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130;p56">
                <a:extLst>
                  <a:ext uri="{FF2B5EF4-FFF2-40B4-BE49-F238E27FC236}">
                    <a16:creationId xmlns="" xmlns:a16="http://schemas.microsoft.com/office/drawing/2014/main" id="{90D40322-719C-1E6D-81C6-31FB57F5C504}"/>
                  </a:ext>
                </a:extLst>
              </p:cNvPr>
              <p:cNvSpPr/>
              <p:nvPr/>
            </p:nvSpPr>
            <p:spPr>
              <a:xfrm>
                <a:off x="1936988" y="1166887"/>
                <a:ext cx="272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131;p56">
                <a:extLst>
                  <a:ext uri="{FF2B5EF4-FFF2-40B4-BE49-F238E27FC236}">
                    <a16:creationId xmlns="" xmlns:a16="http://schemas.microsoft.com/office/drawing/2014/main" id="{3C3000C5-3B56-6043-9740-AC04FDB73E6A}"/>
                  </a:ext>
                </a:extLst>
              </p:cNvPr>
              <p:cNvSpPr/>
              <p:nvPr/>
            </p:nvSpPr>
            <p:spPr>
              <a:xfrm>
                <a:off x="1847186" y="471501"/>
                <a:ext cx="293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132;p56">
                <a:extLst>
                  <a:ext uri="{FF2B5EF4-FFF2-40B4-BE49-F238E27FC236}">
                    <a16:creationId xmlns="" xmlns:a16="http://schemas.microsoft.com/office/drawing/2014/main" id="{604F0CB5-7DF6-AB96-B116-0B0F401518B4}"/>
                  </a:ext>
                </a:extLst>
              </p:cNvPr>
              <p:cNvSpPr/>
              <p:nvPr/>
            </p:nvSpPr>
            <p:spPr>
              <a:xfrm>
                <a:off x="1847186" y="1166887"/>
                <a:ext cx="2931" cy="8456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04" extrusionOk="0">
                    <a:moveTo>
                      <a:pt x="1" y="1"/>
                    </a:moveTo>
                    <a:lnTo>
                      <a:pt x="1" y="404"/>
                    </a:lnTo>
                    <a:lnTo>
                      <a:pt x="13" y="404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133;p56">
                <a:extLst>
                  <a:ext uri="{FF2B5EF4-FFF2-40B4-BE49-F238E27FC236}">
                    <a16:creationId xmlns="" xmlns:a16="http://schemas.microsoft.com/office/drawing/2014/main" id="{821C9DAC-76D5-692C-F470-6C75EA90AB28}"/>
                  </a:ext>
                </a:extLst>
              </p:cNvPr>
              <p:cNvSpPr/>
              <p:nvPr/>
            </p:nvSpPr>
            <p:spPr>
              <a:xfrm>
                <a:off x="1548476" y="860222"/>
                <a:ext cx="84567" cy="2721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3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134;p56">
                <a:extLst>
                  <a:ext uri="{FF2B5EF4-FFF2-40B4-BE49-F238E27FC236}">
                    <a16:creationId xmlns="" xmlns:a16="http://schemas.microsoft.com/office/drawing/2014/main" id="{BAAD5A7C-04A6-BEEA-4E4B-27BA25358F19}"/>
                  </a:ext>
                </a:extLst>
              </p:cNvPr>
              <p:cNvSpPr/>
              <p:nvPr/>
            </p:nvSpPr>
            <p:spPr>
              <a:xfrm>
                <a:off x="2243862" y="860222"/>
                <a:ext cx="84567" cy="2721"/>
              </a:xfrm>
              <a:custGeom>
                <a:avLst/>
                <a:gdLst/>
                <a:ahLst/>
                <a:cxnLst/>
                <a:rect l="l" t="t" r="r" b="b"/>
                <a:pathLst>
                  <a:path w="404" h="13" extrusionOk="0">
                    <a:moveTo>
                      <a:pt x="0" y="0"/>
                    </a:moveTo>
                    <a:lnTo>
                      <a:pt x="0" y="12"/>
                    </a:lnTo>
                    <a:lnTo>
                      <a:pt x="403" y="12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00F4AD"/>
              </a:solidFill>
              <a:ln w="9525" cap="flat" cmpd="sng">
                <a:solidFill>
                  <a:srgbClr val="00F4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" name="Google Shape;2202;p56">
              <a:extLst>
                <a:ext uri="{FF2B5EF4-FFF2-40B4-BE49-F238E27FC236}">
                  <a16:creationId xmlns="" xmlns:a16="http://schemas.microsoft.com/office/drawing/2014/main" id="{4A668C1F-4AA2-A122-E4E5-7879A16788B6}"/>
                </a:ext>
              </a:extLst>
            </p:cNvPr>
            <p:cNvSpPr txBox="1"/>
            <p:nvPr/>
          </p:nvSpPr>
          <p:spPr>
            <a:xfrm flipH="1">
              <a:off x="2554214" y="2843519"/>
              <a:ext cx="6511733" cy="7368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2400" dirty="0">
                  <a:solidFill>
                    <a:srgbClr val="F0EF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 Hashing (Using bcrypt)</a:t>
              </a:r>
            </a:p>
          </p:txBody>
        </p:sp>
        <p:pic>
          <p:nvPicPr>
            <p:cNvPr id="5124" name="Picture 4">
              <a:extLst>
                <a:ext uri="{FF2B5EF4-FFF2-40B4-BE49-F238E27FC236}">
                  <a16:creationId xmlns="" xmlns:a16="http://schemas.microsoft.com/office/drawing/2014/main" id="{D66D1F02-F82C-E992-F713-4A59E7CD6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8917" y="2877925"/>
              <a:ext cx="737496" cy="737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26" name="Picture 6">
            <a:extLst>
              <a:ext uri="{FF2B5EF4-FFF2-40B4-BE49-F238E27FC236}">
                <a16:creationId xmlns="" xmlns:a16="http://schemas.microsoft.com/office/drawing/2014/main" id="{08D3ABA9-A1E6-B651-537E-DB8A9F3B1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066" y="5602269"/>
            <a:ext cx="769124" cy="59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9339911" y="4278808"/>
            <a:ext cx="1041526" cy="531308"/>
            <a:chOff x="9339911" y="4278808"/>
            <a:chExt cx="1041526" cy="531308"/>
          </a:xfrm>
        </p:grpSpPr>
        <p:sp>
          <p:nvSpPr>
            <p:cNvPr id="27" name="Google Shape;2197;p56">
              <a:extLst>
                <a:ext uri="{FF2B5EF4-FFF2-40B4-BE49-F238E27FC236}">
                  <a16:creationId xmlns="" xmlns:a16="http://schemas.microsoft.com/office/drawing/2014/main" id="{41DC6974-057B-C929-0728-EA5F35B3812E}"/>
                </a:ext>
              </a:extLst>
            </p:cNvPr>
            <p:cNvSpPr txBox="1"/>
            <p:nvPr/>
          </p:nvSpPr>
          <p:spPr>
            <a:xfrm flipH="1">
              <a:off x="9467337" y="4381902"/>
              <a:ext cx="914100" cy="2651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pic>
          <p:nvPicPr>
            <p:cNvPr id="5128" name="Picture 8">
              <a:extLst>
                <a:ext uri="{FF2B5EF4-FFF2-40B4-BE49-F238E27FC236}">
                  <a16:creationId xmlns="" xmlns:a16="http://schemas.microsoft.com/office/drawing/2014/main" id="{29190356-6A4B-342E-70F1-E5C615472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9911" y="4278808"/>
              <a:ext cx="603408" cy="5313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110642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15;p42">
            <a:extLst>
              <a:ext uri="{FF2B5EF4-FFF2-40B4-BE49-F238E27FC236}">
                <a16:creationId xmlns="" xmlns:a16="http://schemas.microsoft.com/office/drawing/2014/main" id="{4F318561-05FE-F1A7-F173-E5600E845E50}"/>
              </a:ext>
            </a:extLst>
          </p:cNvPr>
          <p:cNvSpPr/>
          <p:nvPr/>
        </p:nvSpPr>
        <p:spPr>
          <a:xfrm rot="-5400000" flipH="1">
            <a:off x="4325149" y="3854825"/>
            <a:ext cx="940800" cy="8145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24;p42">
            <a:extLst>
              <a:ext uri="{FF2B5EF4-FFF2-40B4-BE49-F238E27FC236}">
                <a16:creationId xmlns="" xmlns:a16="http://schemas.microsoft.com/office/drawing/2014/main" id="{892CC650-12DD-F52D-B33A-70C48F363BB3}"/>
              </a:ext>
            </a:extLst>
          </p:cNvPr>
          <p:cNvSpPr/>
          <p:nvPr/>
        </p:nvSpPr>
        <p:spPr>
          <a:xfrm rot="5400000">
            <a:off x="7146245" y="1491969"/>
            <a:ext cx="1060200" cy="918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026;p42">
            <a:extLst>
              <a:ext uri="{FF2B5EF4-FFF2-40B4-BE49-F238E27FC236}">
                <a16:creationId xmlns="" xmlns:a16="http://schemas.microsoft.com/office/drawing/2014/main" id="{D206748B-DD48-1802-60AD-A8D5928E9155}"/>
              </a:ext>
            </a:extLst>
          </p:cNvPr>
          <p:cNvGrpSpPr/>
          <p:nvPr/>
        </p:nvGrpSpPr>
        <p:grpSpPr>
          <a:xfrm>
            <a:off x="5424596" y="2567447"/>
            <a:ext cx="1921580" cy="1843873"/>
            <a:chOff x="4036891" y="2335125"/>
            <a:chExt cx="1075019" cy="1070267"/>
          </a:xfrm>
        </p:grpSpPr>
        <p:sp>
          <p:nvSpPr>
            <p:cNvPr id="14" name="Google Shape;1027;p42">
              <a:extLst>
                <a:ext uri="{FF2B5EF4-FFF2-40B4-BE49-F238E27FC236}">
                  <a16:creationId xmlns="" xmlns:a16="http://schemas.microsoft.com/office/drawing/2014/main" id="{8B86B5CD-0528-5789-BE50-6245EAB60319}"/>
                </a:ext>
              </a:extLst>
            </p:cNvPr>
            <p:cNvSpPr/>
            <p:nvPr/>
          </p:nvSpPr>
          <p:spPr>
            <a:xfrm rot="-7978638">
              <a:off x="4037016" y="2335125"/>
              <a:ext cx="1069812" cy="1069812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28;p42">
              <a:extLst>
                <a:ext uri="{FF2B5EF4-FFF2-40B4-BE49-F238E27FC236}">
                  <a16:creationId xmlns="" xmlns:a16="http://schemas.microsoft.com/office/drawing/2014/main" id="{68DB454E-9CB1-2484-DC60-5AD6A30AE3F6}"/>
                </a:ext>
              </a:extLst>
            </p:cNvPr>
            <p:cNvSpPr/>
            <p:nvPr/>
          </p:nvSpPr>
          <p:spPr>
            <a:xfrm rot="-10660135">
              <a:off x="4037280" y="2335506"/>
              <a:ext cx="1069485" cy="1069485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29;p42">
              <a:extLst>
                <a:ext uri="{FF2B5EF4-FFF2-40B4-BE49-F238E27FC236}">
                  <a16:creationId xmlns="" xmlns:a16="http://schemas.microsoft.com/office/drawing/2014/main" id="{37DB98CD-9150-6251-923D-6F58A6B850F8}"/>
                </a:ext>
              </a:extLst>
            </p:cNvPr>
            <p:cNvSpPr/>
            <p:nvPr/>
          </p:nvSpPr>
          <p:spPr>
            <a:xfrm rot="-2578638">
              <a:off x="4037347" y="2335249"/>
              <a:ext cx="1069812" cy="1069812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30;p42">
              <a:extLst>
                <a:ext uri="{FF2B5EF4-FFF2-40B4-BE49-F238E27FC236}">
                  <a16:creationId xmlns="" xmlns:a16="http://schemas.microsoft.com/office/drawing/2014/main" id="{9074F628-ADC3-FC90-C9C2-843A4201FC6B}"/>
                </a:ext>
              </a:extLst>
            </p:cNvPr>
            <p:cNvSpPr/>
            <p:nvPr/>
          </p:nvSpPr>
          <p:spPr>
            <a:xfrm rot="16339865">
              <a:off x="4037292" y="2335513"/>
              <a:ext cx="1069485" cy="1069485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031;p42">
              <a:extLst>
                <a:ext uri="{FF2B5EF4-FFF2-40B4-BE49-F238E27FC236}">
                  <a16:creationId xmlns="" xmlns:a16="http://schemas.microsoft.com/office/drawing/2014/main" id="{7D32488C-B8A5-1228-D8E8-38B19CBBE430}"/>
                </a:ext>
              </a:extLst>
            </p:cNvPr>
            <p:cNvSpPr/>
            <p:nvPr/>
          </p:nvSpPr>
          <p:spPr>
            <a:xfrm rot="8221362">
              <a:off x="4036891" y="2335456"/>
              <a:ext cx="1069812" cy="1069812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032;p42">
              <a:extLst>
                <a:ext uri="{FF2B5EF4-FFF2-40B4-BE49-F238E27FC236}">
                  <a16:creationId xmlns="" xmlns:a16="http://schemas.microsoft.com/office/drawing/2014/main" id="{88D29312-F892-76E4-9242-CCFC23EB3C97}"/>
                </a:ext>
              </a:extLst>
            </p:cNvPr>
            <p:cNvSpPr/>
            <p:nvPr/>
          </p:nvSpPr>
          <p:spPr>
            <a:xfrm rot="5539865">
              <a:off x="4042425" y="2335507"/>
              <a:ext cx="1069485" cy="1069485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033;p42">
              <a:extLst>
                <a:ext uri="{FF2B5EF4-FFF2-40B4-BE49-F238E27FC236}">
                  <a16:creationId xmlns="" xmlns:a16="http://schemas.microsoft.com/office/drawing/2014/main" id="{1CECDD32-8BB7-06A2-CBAE-C0DFF8521389}"/>
                </a:ext>
              </a:extLst>
            </p:cNvPr>
            <p:cNvSpPr/>
            <p:nvPr/>
          </p:nvSpPr>
          <p:spPr>
            <a:xfrm rot="2821362">
              <a:off x="4037222" y="2335580"/>
              <a:ext cx="1069812" cy="1069812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034;p42">
              <a:extLst>
                <a:ext uri="{FF2B5EF4-FFF2-40B4-BE49-F238E27FC236}">
                  <a16:creationId xmlns="" xmlns:a16="http://schemas.microsoft.com/office/drawing/2014/main" id="{C104B53C-A4E0-C374-1194-501BE5C5CA09}"/>
                </a:ext>
              </a:extLst>
            </p:cNvPr>
            <p:cNvSpPr/>
            <p:nvPr/>
          </p:nvSpPr>
          <p:spPr>
            <a:xfrm rot="139865">
              <a:off x="4037285" y="2335526"/>
              <a:ext cx="1069485" cy="1069485"/>
            </a:xfrm>
            <a:prstGeom prst="blockArc">
              <a:avLst>
                <a:gd name="adj1" fmla="val 10800000"/>
                <a:gd name="adj2" fmla="val 13332566"/>
                <a:gd name="adj3" fmla="val 45248"/>
              </a:avLst>
            </a:prstGeom>
            <a:noFill/>
            <a:ln>
              <a:solidFill>
                <a:srgbClr val="159BBF"/>
              </a:solidFill>
            </a:ln>
            <a:effectLst>
              <a:glow rad="101600">
                <a:srgbClr val="159BBF">
                  <a:alpha val="60000"/>
                </a:srgbClr>
              </a:glo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035;p42">
            <a:extLst>
              <a:ext uri="{FF2B5EF4-FFF2-40B4-BE49-F238E27FC236}">
                <a16:creationId xmlns="" xmlns:a16="http://schemas.microsoft.com/office/drawing/2014/main" id="{BE6E0664-97DD-EA8E-AA1C-0666F9834157}"/>
              </a:ext>
            </a:extLst>
          </p:cNvPr>
          <p:cNvSpPr/>
          <p:nvPr/>
        </p:nvSpPr>
        <p:spPr>
          <a:xfrm>
            <a:off x="5667353" y="2801314"/>
            <a:ext cx="1426949" cy="1375324"/>
          </a:xfrm>
          <a:prstGeom prst="ellipse">
            <a:avLst/>
          </a:prstGeom>
          <a:solidFill>
            <a:srgbClr val="159B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39;p42">
            <a:extLst>
              <a:ext uri="{FF2B5EF4-FFF2-40B4-BE49-F238E27FC236}">
                <a16:creationId xmlns="" xmlns:a16="http://schemas.microsoft.com/office/drawing/2014/main" id="{AE83846A-6EB6-61D6-143C-E89FA3D56FD9}"/>
              </a:ext>
            </a:extLst>
          </p:cNvPr>
          <p:cNvSpPr/>
          <p:nvPr/>
        </p:nvSpPr>
        <p:spPr>
          <a:xfrm rot="5400000">
            <a:off x="7446015" y="3768881"/>
            <a:ext cx="1060200" cy="918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047;p42">
            <a:extLst>
              <a:ext uri="{FF2B5EF4-FFF2-40B4-BE49-F238E27FC236}">
                <a16:creationId xmlns="" xmlns:a16="http://schemas.microsoft.com/office/drawing/2014/main" id="{1A0436C7-7E79-1ACB-60F0-533E3E49B597}"/>
              </a:ext>
            </a:extLst>
          </p:cNvPr>
          <p:cNvSpPr txBox="1"/>
          <p:nvPr/>
        </p:nvSpPr>
        <p:spPr>
          <a:xfrm>
            <a:off x="8494724" y="1590971"/>
            <a:ext cx="1718061" cy="66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Basic Security Measures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" name="Google Shape;1054;p42">
            <a:extLst>
              <a:ext uri="{FF2B5EF4-FFF2-40B4-BE49-F238E27FC236}">
                <a16:creationId xmlns="" xmlns:a16="http://schemas.microsoft.com/office/drawing/2014/main" id="{9CFEB04A-4670-0E6F-CA78-38B601DF8677}"/>
              </a:ext>
            </a:extLst>
          </p:cNvPr>
          <p:cNvSpPr/>
          <p:nvPr/>
        </p:nvSpPr>
        <p:spPr>
          <a:xfrm rot="-5400000" flipH="1">
            <a:off x="4265462" y="3803125"/>
            <a:ext cx="1060200" cy="918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100;p42">
            <a:extLst>
              <a:ext uri="{FF2B5EF4-FFF2-40B4-BE49-F238E27FC236}">
                <a16:creationId xmlns="" xmlns:a16="http://schemas.microsoft.com/office/drawing/2014/main" id="{0BFF7FA3-1892-51A2-0C30-9448F47807BD}"/>
              </a:ext>
            </a:extLst>
          </p:cNvPr>
          <p:cNvSpPr/>
          <p:nvPr/>
        </p:nvSpPr>
        <p:spPr>
          <a:xfrm>
            <a:off x="5947541" y="271844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101;p42">
            <a:extLst>
              <a:ext uri="{FF2B5EF4-FFF2-40B4-BE49-F238E27FC236}">
                <a16:creationId xmlns="" xmlns:a16="http://schemas.microsoft.com/office/drawing/2014/main" id="{3A04EDED-FB00-7591-C735-49C9AA40ECB9}"/>
              </a:ext>
            </a:extLst>
          </p:cNvPr>
          <p:cNvSpPr/>
          <p:nvPr/>
        </p:nvSpPr>
        <p:spPr>
          <a:xfrm>
            <a:off x="5542829" y="1895215"/>
            <a:ext cx="107700" cy="107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1102;p42">
            <a:extLst>
              <a:ext uri="{FF2B5EF4-FFF2-40B4-BE49-F238E27FC236}">
                <a16:creationId xmlns="" xmlns:a16="http://schemas.microsoft.com/office/drawing/2014/main" id="{46A88EE9-8D49-2EF6-B0C5-A8942F95D69C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650529" y="1949065"/>
            <a:ext cx="377445" cy="66424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1103;p42">
            <a:extLst>
              <a:ext uri="{FF2B5EF4-FFF2-40B4-BE49-F238E27FC236}">
                <a16:creationId xmlns="" xmlns:a16="http://schemas.microsoft.com/office/drawing/2014/main" id="{C3EC279C-B0C3-C3AD-0EAE-3438795E0543}"/>
              </a:ext>
            </a:extLst>
          </p:cNvPr>
          <p:cNvSpPr/>
          <p:nvPr/>
        </p:nvSpPr>
        <p:spPr>
          <a:xfrm>
            <a:off x="6472741" y="2718440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" name="Google Shape;1105;p42">
            <a:extLst>
              <a:ext uri="{FF2B5EF4-FFF2-40B4-BE49-F238E27FC236}">
                <a16:creationId xmlns="" xmlns:a16="http://schemas.microsoft.com/office/drawing/2014/main" id="{D6C9EF06-AF0A-9B86-3371-4B59D0CA3BBD}"/>
              </a:ext>
            </a:extLst>
          </p:cNvPr>
          <p:cNvCxnSpPr>
            <a:cxnSpLocks/>
          </p:cNvCxnSpPr>
          <p:nvPr/>
        </p:nvCxnSpPr>
        <p:spPr>
          <a:xfrm rot="5400000">
            <a:off x="6466487" y="2093514"/>
            <a:ext cx="653587" cy="357944"/>
          </a:xfrm>
          <a:prstGeom prst="bentConnector3">
            <a:avLst>
              <a:gd name="adj1" fmla="val -71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1106;p42">
            <a:extLst>
              <a:ext uri="{FF2B5EF4-FFF2-40B4-BE49-F238E27FC236}">
                <a16:creationId xmlns="" xmlns:a16="http://schemas.microsoft.com/office/drawing/2014/main" id="{3C2284CB-E1EB-CD77-8C82-1A7471C9B86E}"/>
              </a:ext>
            </a:extLst>
          </p:cNvPr>
          <p:cNvSpPr/>
          <p:nvPr/>
        </p:nvSpPr>
        <p:spPr>
          <a:xfrm>
            <a:off x="5947541" y="3531783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107;p42">
            <a:extLst>
              <a:ext uri="{FF2B5EF4-FFF2-40B4-BE49-F238E27FC236}">
                <a16:creationId xmlns="" xmlns:a16="http://schemas.microsoft.com/office/drawing/2014/main" id="{708542E9-C724-7CC7-F275-B1C0E9D7B9B6}"/>
              </a:ext>
            </a:extLst>
          </p:cNvPr>
          <p:cNvSpPr/>
          <p:nvPr/>
        </p:nvSpPr>
        <p:spPr>
          <a:xfrm>
            <a:off x="10885483" y="2193682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108;p42">
            <a:extLst>
              <a:ext uri="{FF2B5EF4-FFF2-40B4-BE49-F238E27FC236}">
                <a16:creationId xmlns="" xmlns:a16="http://schemas.microsoft.com/office/drawing/2014/main" id="{3D905CA1-0895-4745-9C00-05E6FEBA5FDC}"/>
              </a:ext>
            </a:extLst>
          </p:cNvPr>
          <p:cNvSpPr/>
          <p:nvPr/>
        </p:nvSpPr>
        <p:spPr>
          <a:xfrm>
            <a:off x="5762365" y="292999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109;p42">
            <a:extLst>
              <a:ext uri="{FF2B5EF4-FFF2-40B4-BE49-F238E27FC236}">
                <a16:creationId xmlns="" xmlns:a16="http://schemas.microsoft.com/office/drawing/2014/main" id="{AF466349-4FD2-ED9D-19AA-8FFDF8DD5733}"/>
              </a:ext>
            </a:extLst>
          </p:cNvPr>
          <p:cNvSpPr/>
          <p:nvPr/>
        </p:nvSpPr>
        <p:spPr>
          <a:xfrm>
            <a:off x="5762365" y="333063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110;p42">
            <a:extLst>
              <a:ext uri="{FF2B5EF4-FFF2-40B4-BE49-F238E27FC236}">
                <a16:creationId xmlns="" xmlns:a16="http://schemas.microsoft.com/office/drawing/2014/main" id="{E6A5C33F-748D-AD70-A780-6BCF9807DE38}"/>
              </a:ext>
            </a:extLst>
          </p:cNvPr>
          <p:cNvSpPr/>
          <p:nvPr/>
        </p:nvSpPr>
        <p:spPr>
          <a:xfrm>
            <a:off x="6636250" y="2929999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111;p42">
            <a:extLst>
              <a:ext uri="{FF2B5EF4-FFF2-40B4-BE49-F238E27FC236}">
                <a16:creationId xmlns="" xmlns:a16="http://schemas.microsoft.com/office/drawing/2014/main" id="{C1E6AE46-48DE-24AF-DC04-DCA1057433B2}"/>
              </a:ext>
            </a:extLst>
          </p:cNvPr>
          <p:cNvSpPr/>
          <p:nvPr/>
        </p:nvSpPr>
        <p:spPr>
          <a:xfrm>
            <a:off x="11048992" y="1992538"/>
            <a:ext cx="107700" cy="107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112;p42">
            <a:extLst>
              <a:ext uri="{FF2B5EF4-FFF2-40B4-BE49-F238E27FC236}">
                <a16:creationId xmlns="" xmlns:a16="http://schemas.microsoft.com/office/drawing/2014/main" id="{ADCE7863-6FDB-FCB1-660F-A609CB131DEF}"/>
              </a:ext>
            </a:extLst>
          </p:cNvPr>
          <p:cNvSpPr/>
          <p:nvPr/>
        </p:nvSpPr>
        <p:spPr>
          <a:xfrm>
            <a:off x="5334054" y="4264182"/>
            <a:ext cx="107700" cy="107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113;p42">
            <a:extLst>
              <a:ext uri="{FF2B5EF4-FFF2-40B4-BE49-F238E27FC236}">
                <a16:creationId xmlns="" xmlns:a16="http://schemas.microsoft.com/office/drawing/2014/main" id="{64FA8FAD-DDE0-4C50-12F3-EA441E1820A3}"/>
              </a:ext>
            </a:extLst>
          </p:cNvPr>
          <p:cNvSpPr/>
          <p:nvPr/>
        </p:nvSpPr>
        <p:spPr>
          <a:xfrm>
            <a:off x="7338914" y="4207838"/>
            <a:ext cx="107700" cy="107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" name="Google Shape;1122;p42">
            <a:extLst>
              <a:ext uri="{FF2B5EF4-FFF2-40B4-BE49-F238E27FC236}">
                <a16:creationId xmlns="" xmlns:a16="http://schemas.microsoft.com/office/drawing/2014/main" id="{6A316E5D-74A1-EDEC-CDFE-82269563DC51}"/>
              </a:ext>
            </a:extLst>
          </p:cNvPr>
          <p:cNvCxnSpPr>
            <a:cxnSpLocks/>
          </p:cNvCxnSpPr>
          <p:nvPr/>
        </p:nvCxnSpPr>
        <p:spPr>
          <a:xfrm rot="10800000" flipH="1">
            <a:off x="5439403" y="4040090"/>
            <a:ext cx="109200" cy="277200"/>
          </a:xfrm>
          <a:prstGeom prst="bentConnector3">
            <a:avLst>
              <a:gd name="adj1" fmla="val 500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Google Shape;1123;p42">
            <a:extLst>
              <a:ext uri="{FF2B5EF4-FFF2-40B4-BE49-F238E27FC236}">
                <a16:creationId xmlns="" xmlns:a16="http://schemas.microsoft.com/office/drawing/2014/main" id="{736EDF73-E869-D68C-C2F8-729A7346C8C6}"/>
              </a:ext>
            </a:extLst>
          </p:cNvPr>
          <p:cNvCxnSpPr>
            <a:cxnSpLocks/>
          </p:cNvCxnSpPr>
          <p:nvPr/>
        </p:nvCxnSpPr>
        <p:spPr>
          <a:xfrm rot="10800000">
            <a:off x="7204309" y="3984488"/>
            <a:ext cx="121200" cy="277200"/>
          </a:xfrm>
          <a:prstGeom prst="bentConnector3">
            <a:avLst>
              <a:gd name="adj1" fmla="val 4997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1047;p42">
            <a:extLst>
              <a:ext uri="{FF2B5EF4-FFF2-40B4-BE49-F238E27FC236}">
                <a16:creationId xmlns="" xmlns:a16="http://schemas.microsoft.com/office/drawing/2014/main" id="{BB3D32A8-AFC5-2F0F-A3A2-893809A53AE6}"/>
              </a:ext>
            </a:extLst>
          </p:cNvPr>
          <p:cNvSpPr txBox="1"/>
          <p:nvPr/>
        </p:nvSpPr>
        <p:spPr>
          <a:xfrm>
            <a:off x="1678930" y="3846886"/>
            <a:ext cx="2702761" cy="66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Limited Accessibility Features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="" xmlns:a16="http://schemas.microsoft.com/office/drawing/2014/main" id="{322665C8-6589-B93F-9AF9-B2C5C137B095}"/>
              </a:ext>
            </a:extLst>
          </p:cNvPr>
          <p:cNvSpPr txBox="1">
            <a:spLocks/>
          </p:cNvSpPr>
          <p:nvPr/>
        </p:nvSpPr>
        <p:spPr>
          <a:xfrm>
            <a:off x="5302743" y="3365963"/>
            <a:ext cx="1886495" cy="3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3200" dirty="0"/>
          </a:p>
        </p:txBody>
      </p:sp>
      <p:sp>
        <p:nvSpPr>
          <p:cNvPr id="57" name="Title 1">
            <a:extLst>
              <a:ext uri="{FF2B5EF4-FFF2-40B4-BE49-F238E27FC236}">
                <a16:creationId xmlns="" xmlns:a16="http://schemas.microsoft.com/office/drawing/2014/main" id="{91FD4E22-CFAD-1301-D464-E6ABC95A010B}"/>
              </a:ext>
            </a:extLst>
          </p:cNvPr>
          <p:cNvSpPr txBox="1">
            <a:spLocks/>
          </p:cNvSpPr>
          <p:nvPr/>
        </p:nvSpPr>
        <p:spPr>
          <a:xfrm>
            <a:off x="5049627" y="3334267"/>
            <a:ext cx="2772502" cy="4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rgbClr val="F0EFF9"/>
                </a:solidFill>
              </a:rPr>
              <a:t>Limitations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965308" y="1478666"/>
            <a:ext cx="3177546" cy="940800"/>
            <a:chOff x="6965308" y="1478666"/>
            <a:chExt cx="3177546" cy="940800"/>
          </a:xfrm>
        </p:grpSpPr>
        <p:sp>
          <p:nvSpPr>
            <p:cNvPr id="6" name="Google Shape;1018;p42">
              <a:extLst>
                <a:ext uri="{FF2B5EF4-FFF2-40B4-BE49-F238E27FC236}">
                  <a16:creationId xmlns="" xmlns:a16="http://schemas.microsoft.com/office/drawing/2014/main" id="{63B6A755-3869-1AAB-AD0F-6C5426A1E7C1}"/>
                </a:ext>
              </a:extLst>
            </p:cNvPr>
            <p:cNvSpPr/>
            <p:nvPr/>
          </p:nvSpPr>
          <p:spPr>
            <a:xfrm rot="-5400000" flipH="1">
              <a:off x="7205951" y="1541816"/>
              <a:ext cx="940800" cy="814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4;p42">
              <a:extLst>
                <a:ext uri="{FF2B5EF4-FFF2-40B4-BE49-F238E27FC236}">
                  <a16:creationId xmlns="" xmlns:a16="http://schemas.microsoft.com/office/drawing/2014/main" id="{1ED8D329-AE36-6B91-16A7-F809AD269840}"/>
                </a:ext>
              </a:extLst>
            </p:cNvPr>
            <p:cNvSpPr txBox="1"/>
            <p:nvPr/>
          </p:nvSpPr>
          <p:spPr>
            <a:xfrm>
              <a:off x="8587954" y="1718215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2400" dirty="0">
                <a:solidFill>
                  <a:srgbClr val="00F4AD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35" name="Google Shape;1104;p42">
              <a:extLst>
                <a:ext uri="{FF2B5EF4-FFF2-40B4-BE49-F238E27FC236}">
                  <a16:creationId xmlns="" xmlns:a16="http://schemas.microsoft.com/office/drawing/2014/main" id="{B5952701-E502-D342-BA28-4752A6460EA7}"/>
                </a:ext>
              </a:extLst>
            </p:cNvPr>
            <p:cNvSpPr/>
            <p:nvPr/>
          </p:nvSpPr>
          <p:spPr>
            <a:xfrm>
              <a:off x="6965308" y="1889768"/>
              <a:ext cx="107700" cy="107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34" name="Picture 10" descr="Security - Free security icons">
              <a:extLst>
                <a:ext uri="{FF2B5EF4-FFF2-40B4-BE49-F238E27FC236}">
                  <a16:creationId xmlns="" xmlns:a16="http://schemas.microsoft.com/office/drawing/2014/main" id="{F7BA3403-7C69-ACEE-1A3A-7A5C615F5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6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5509" y="1617925"/>
              <a:ext cx="710148" cy="710148"/>
            </a:xfrm>
            <a:prstGeom prst="rect">
              <a:avLst/>
            </a:prstGeom>
            <a:noFill/>
          </p:spPr>
        </p:pic>
      </p:grpSp>
      <p:grpSp>
        <p:nvGrpSpPr>
          <p:cNvPr id="2" name="Group 1"/>
          <p:cNvGrpSpPr/>
          <p:nvPr/>
        </p:nvGrpSpPr>
        <p:grpSpPr>
          <a:xfrm>
            <a:off x="2771848" y="1418945"/>
            <a:ext cx="2667555" cy="1060200"/>
            <a:chOff x="2771848" y="1418945"/>
            <a:chExt cx="2667555" cy="1060200"/>
          </a:xfrm>
        </p:grpSpPr>
        <p:sp>
          <p:nvSpPr>
            <p:cNvPr id="8" name="Google Shape;1021;p42">
              <a:extLst>
                <a:ext uri="{FF2B5EF4-FFF2-40B4-BE49-F238E27FC236}">
                  <a16:creationId xmlns="" xmlns:a16="http://schemas.microsoft.com/office/drawing/2014/main" id="{6FD6B10E-6DC9-DBD6-D0B6-3CCBB6E44B21}"/>
                </a:ext>
              </a:extLst>
            </p:cNvPr>
            <p:cNvSpPr/>
            <p:nvPr/>
          </p:nvSpPr>
          <p:spPr>
            <a:xfrm rot="-5400000" flipH="1">
              <a:off x="4450303" y="1490045"/>
              <a:ext cx="1060200" cy="918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22;p42">
              <a:extLst>
                <a:ext uri="{FF2B5EF4-FFF2-40B4-BE49-F238E27FC236}">
                  <a16:creationId xmlns="" xmlns:a16="http://schemas.microsoft.com/office/drawing/2014/main" id="{BC301274-69C5-074E-BB00-DE0F26C4F92E}"/>
                </a:ext>
              </a:extLst>
            </p:cNvPr>
            <p:cNvSpPr/>
            <p:nvPr/>
          </p:nvSpPr>
          <p:spPr>
            <a:xfrm rot="-5400000" flipH="1">
              <a:off x="4509954" y="1541816"/>
              <a:ext cx="940800" cy="814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059;p42">
              <a:extLst>
                <a:ext uri="{FF2B5EF4-FFF2-40B4-BE49-F238E27FC236}">
                  <a16:creationId xmlns="" xmlns:a16="http://schemas.microsoft.com/office/drawing/2014/main" id="{0FB27BB8-43B9-528B-C50F-FD7B0B39733B}"/>
                </a:ext>
              </a:extLst>
            </p:cNvPr>
            <p:cNvSpPr txBox="1"/>
            <p:nvPr/>
          </p:nvSpPr>
          <p:spPr>
            <a:xfrm flipH="1">
              <a:off x="2771848" y="1560400"/>
              <a:ext cx="1709009" cy="74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159BB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Scalability Constraints</a:t>
              </a:r>
              <a:endParaRPr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pic>
          <p:nvPicPr>
            <p:cNvPr id="1036" name="Picture 12" descr="Scalability - Free arrows icons">
              <a:extLst>
                <a:ext uri="{FF2B5EF4-FFF2-40B4-BE49-F238E27FC236}">
                  <a16:creationId xmlns="" xmlns:a16="http://schemas.microsoft.com/office/drawing/2014/main" id="{AE7BFDFE-6842-63E9-D81B-97D0000E70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8676" y="1624787"/>
              <a:ext cx="647699" cy="647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0" name="Picture 16" descr="Accessibility - Free icons">
            <a:extLst>
              <a:ext uri="{FF2B5EF4-FFF2-40B4-BE49-F238E27FC236}">
                <a16:creationId xmlns="" xmlns:a16="http://schemas.microsoft.com/office/drawing/2014/main" id="{45A5E6BC-B9C1-195F-00FD-D05737E88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941" y="3929928"/>
            <a:ext cx="704107" cy="70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7565296" y="3757495"/>
            <a:ext cx="2688069" cy="940800"/>
            <a:chOff x="7565296" y="3757495"/>
            <a:chExt cx="2688069" cy="940800"/>
          </a:xfrm>
        </p:grpSpPr>
        <p:sp>
          <p:nvSpPr>
            <p:cNvPr id="7" name="Google Shape;1019;p42">
              <a:extLst>
                <a:ext uri="{FF2B5EF4-FFF2-40B4-BE49-F238E27FC236}">
                  <a16:creationId xmlns="" xmlns:a16="http://schemas.microsoft.com/office/drawing/2014/main" id="{B002DB81-3BEE-8600-3EFB-00544D578562}"/>
                </a:ext>
              </a:extLst>
            </p:cNvPr>
            <p:cNvSpPr/>
            <p:nvPr/>
          </p:nvSpPr>
          <p:spPr>
            <a:xfrm rot="-5400000" flipH="1">
              <a:off x="7502146" y="3820645"/>
              <a:ext cx="940800" cy="814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47;p42">
              <a:extLst>
                <a:ext uri="{FF2B5EF4-FFF2-40B4-BE49-F238E27FC236}">
                  <a16:creationId xmlns="" xmlns:a16="http://schemas.microsoft.com/office/drawing/2014/main" id="{07364C67-F822-D7F0-225B-AFAF3DFF3CD1}"/>
                </a:ext>
              </a:extLst>
            </p:cNvPr>
            <p:cNvSpPr txBox="1"/>
            <p:nvPr/>
          </p:nvSpPr>
          <p:spPr>
            <a:xfrm>
              <a:off x="8698465" y="4151016"/>
              <a:ext cx="15549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159BB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Absence </a:t>
              </a:r>
              <a:r>
                <a:rPr lang="en" sz="2400" dirty="0" smtClean="0">
                  <a:solidFill>
                    <a:srgbClr val="159BB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OF A Mobile APPLICATION</a:t>
              </a:r>
              <a:endParaRPr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pic>
          <p:nvPicPr>
            <p:cNvPr id="1042" name="Picture 18" descr="No mobile phone allowed - Free signs icons">
              <a:extLst>
                <a:ext uri="{FF2B5EF4-FFF2-40B4-BE49-F238E27FC236}">
                  <a16:creationId xmlns="" xmlns:a16="http://schemas.microsoft.com/office/drawing/2014/main" id="{9025780E-9CB9-2D9D-11EB-577FED7B11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6717" y="3888465"/>
              <a:ext cx="664083" cy="664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4164449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22" grpId="0" animBg="1"/>
      <p:bldP spid="24" grpId="0"/>
      <p:bldP spid="25" grpId="0" animBg="1"/>
      <p:bldP spid="32" grpId="0" animBg="1"/>
      <p:bldP spid="43" grpId="0" animBg="1"/>
      <p:bldP spid="44" grpId="0" animBg="1"/>
      <p:bldP spid="47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59;p42">
            <a:extLst>
              <a:ext uri="{FF2B5EF4-FFF2-40B4-BE49-F238E27FC236}">
                <a16:creationId xmlns="" xmlns:a16="http://schemas.microsoft.com/office/drawing/2014/main" id="{C6858CC8-276E-8156-E614-A4144D50AC51}"/>
              </a:ext>
            </a:extLst>
          </p:cNvPr>
          <p:cNvSpPr txBox="1"/>
          <p:nvPr/>
        </p:nvSpPr>
        <p:spPr>
          <a:xfrm flipH="1">
            <a:off x="1076384" y="1619867"/>
            <a:ext cx="2511085" cy="97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I</a:t>
            </a:r>
            <a:r>
              <a:rPr lang="en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mprove scalability and performance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Google Shape;1059;p42">
            <a:extLst>
              <a:ext uri="{FF2B5EF4-FFF2-40B4-BE49-F238E27FC236}">
                <a16:creationId xmlns="" xmlns:a16="http://schemas.microsoft.com/office/drawing/2014/main" id="{5F655AC6-E8B8-2D60-2059-A0C1F047E0A8}"/>
              </a:ext>
            </a:extLst>
          </p:cNvPr>
          <p:cNvSpPr txBox="1"/>
          <p:nvPr/>
        </p:nvSpPr>
        <p:spPr>
          <a:xfrm flipH="1">
            <a:off x="6481263" y="1554658"/>
            <a:ext cx="1688126" cy="122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Expand accessibility features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Google Shape;1059;p42">
            <a:extLst>
              <a:ext uri="{FF2B5EF4-FFF2-40B4-BE49-F238E27FC236}">
                <a16:creationId xmlns="" xmlns:a16="http://schemas.microsoft.com/office/drawing/2014/main" id="{BE394837-0A83-981A-F0CA-9E2B971DA6C5}"/>
              </a:ext>
            </a:extLst>
          </p:cNvPr>
          <p:cNvSpPr txBox="1"/>
          <p:nvPr/>
        </p:nvSpPr>
        <p:spPr>
          <a:xfrm flipH="1">
            <a:off x="4063924" y="3934100"/>
            <a:ext cx="1696518" cy="1356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Enhance security and privacy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" name="Google Shape;1059;p42">
            <a:extLst>
              <a:ext uri="{FF2B5EF4-FFF2-40B4-BE49-F238E27FC236}">
                <a16:creationId xmlns="" xmlns:a16="http://schemas.microsoft.com/office/drawing/2014/main" id="{F937D87E-63E5-0622-9F87-D4C1BB685381}"/>
              </a:ext>
            </a:extLst>
          </p:cNvPr>
          <p:cNvSpPr txBox="1"/>
          <p:nvPr/>
        </p:nvSpPr>
        <p:spPr>
          <a:xfrm flipH="1">
            <a:off x="9486220" y="3799261"/>
            <a:ext cx="1688126" cy="122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159BBF"/>
                </a:solidFill>
                <a:latin typeface="Bebas Neue"/>
                <a:ea typeface="Bebas Neue"/>
                <a:cs typeface="Bebas Neue"/>
                <a:sym typeface="Bebas Neue"/>
              </a:rPr>
              <a:t>Develop a mobile application</a:t>
            </a:r>
            <a:endParaRPr sz="2400" dirty="0">
              <a:solidFill>
                <a:srgbClr val="159BB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12" name="Google Shape;2498;p61">
            <a:extLst>
              <a:ext uri="{FF2B5EF4-FFF2-40B4-BE49-F238E27FC236}">
                <a16:creationId xmlns="" xmlns:a16="http://schemas.microsoft.com/office/drawing/2014/main" id="{76D8CB6B-0BA0-E091-177C-A30D76A8CD32}"/>
              </a:ext>
            </a:extLst>
          </p:cNvPr>
          <p:cNvGrpSpPr/>
          <p:nvPr/>
        </p:nvGrpSpPr>
        <p:grpSpPr>
          <a:xfrm>
            <a:off x="1209963" y="3733747"/>
            <a:ext cx="1151035" cy="854286"/>
            <a:chOff x="4031298" y="1694596"/>
            <a:chExt cx="1089808" cy="877163"/>
          </a:xfrm>
        </p:grpSpPr>
        <p:grpSp>
          <p:nvGrpSpPr>
            <p:cNvPr id="13" name="Google Shape;2499;p61">
              <a:extLst>
                <a:ext uri="{FF2B5EF4-FFF2-40B4-BE49-F238E27FC236}">
                  <a16:creationId xmlns="" xmlns:a16="http://schemas.microsoft.com/office/drawing/2014/main" id="{D5EC4540-CE31-86C2-18DD-82FF4E4858A0}"/>
                </a:ext>
              </a:extLst>
            </p:cNvPr>
            <p:cNvGrpSpPr/>
            <p:nvPr/>
          </p:nvGrpSpPr>
          <p:grpSpPr>
            <a:xfrm>
              <a:off x="5012112" y="1913794"/>
              <a:ext cx="108994" cy="332078"/>
              <a:chOff x="4031312" y="1913794"/>
              <a:chExt cx="108994" cy="332078"/>
            </a:xfrm>
          </p:grpSpPr>
          <p:sp>
            <p:nvSpPr>
              <p:cNvPr id="27" name="Google Shape;2500;p61">
                <a:extLst>
                  <a:ext uri="{FF2B5EF4-FFF2-40B4-BE49-F238E27FC236}">
                    <a16:creationId xmlns="" xmlns:a16="http://schemas.microsoft.com/office/drawing/2014/main" id="{93D45E5E-7463-BB24-9C59-C4CAD2E27F85}"/>
                  </a:ext>
                </a:extLst>
              </p:cNvPr>
              <p:cNvSpPr/>
              <p:nvPr/>
            </p:nvSpPr>
            <p:spPr>
              <a:xfrm flipH="1">
                <a:off x="4039698" y="19137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8" name="Google Shape;2501;p61">
                <a:extLst>
                  <a:ext uri="{FF2B5EF4-FFF2-40B4-BE49-F238E27FC236}">
                    <a16:creationId xmlns="" xmlns:a16="http://schemas.microsoft.com/office/drawing/2014/main" id="{DC4C8A0F-3698-C1B3-2DD6-E32CB77B6CC2}"/>
                  </a:ext>
                </a:extLst>
              </p:cNvPr>
              <p:cNvSpPr/>
              <p:nvPr/>
            </p:nvSpPr>
            <p:spPr>
              <a:xfrm flipH="1">
                <a:off x="4031312" y="20051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9" name="Google Shape;2502;p61">
                <a:extLst>
                  <a:ext uri="{FF2B5EF4-FFF2-40B4-BE49-F238E27FC236}">
                    <a16:creationId xmlns="" xmlns:a16="http://schemas.microsoft.com/office/drawing/2014/main" id="{CD7CA241-1148-5F13-BBDE-9B9832286471}"/>
                  </a:ext>
                </a:extLst>
              </p:cNvPr>
              <p:cNvSpPr/>
              <p:nvPr/>
            </p:nvSpPr>
            <p:spPr>
              <a:xfrm flipH="1">
                <a:off x="4037376" y="22457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14" name="Google Shape;2503;p61">
              <a:extLst>
                <a:ext uri="{FF2B5EF4-FFF2-40B4-BE49-F238E27FC236}">
                  <a16:creationId xmlns="" xmlns:a16="http://schemas.microsoft.com/office/drawing/2014/main" id="{A5D47BDC-13C3-0590-C7AC-484A9507A149}"/>
                </a:ext>
              </a:extLst>
            </p:cNvPr>
            <p:cNvGrpSpPr/>
            <p:nvPr/>
          </p:nvGrpSpPr>
          <p:grpSpPr>
            <a:xfrm>
              <a:off x="4031298" y="1694596"/>
              <a:ext cx="980795" cy="877163"/>
              <a:chOff x="4031298" y="1694596"/>
              <a:chExt cx="980795" cy="877163"/>
            </a:xfrm>
          </p:grpSpPr>
          <p:sp>
            <p:nvSpPr>
              <p:cNvPr id="15" name="Google Shape;2504;p61">
                <a:extLst>
                  <a:ext uri="{FF2B5EF4-FFF2-40B4-BE49-F238E27FC236}">
                    <a16:creationId xmlns="" xmlns:a16="http://schemas.microsoft.com/office/drawing/2014/main" id="{7E8A1410-3921-48F2-6C33-13403CC2BF92}"/>
                  </a:ext>
                </a:extLst>
              </p:cNvPr>
              <p:cNvSpPr/>
              <p:nvPr/>
            </p:nvSpPr>
            <p:spPr>
              <a:xfrm flipH="1">
                <a:off x="4923636" y="24832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16" name="Google Shape;2505;p61">
                <a:extLst>
                  <a:ext uri="{FF2B5EF4-FFF2-40B4-BE49-F238E27FC236}">
                    <a16:creationId xmlns="" xmlns:a16="http://schemas.microsoft.com/office/drawing/2014/main" id="{721D6E3C-22BA-9523-3739-30B001A6AB72}"/>
                  </a:ext>
                </a:extLst>
              </p:cNvPr>
              <p:cNvSpPr/>
              <p:nvPr/>
            </p:nvSpPr>
            <p:spPr>
              <a:xfrm flipH="1">
                <a:off x="4923636" y="1804195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5213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" name="Google Shape;2506;p61">
                <a:extLst>
                  <a:ext uri="{FF2B5EF4-FFF2-40B4-BE49-F238E27FC236}">
                    <a16:creationId xmlns="" xmlns:a16="http://schemas.microsoft.com/office/drawing/2014/main" id="{689B55EE-9F29-74CC-98A0-61709585BAD3}"/>
                  </a:ext>
                </a:extLst>
              </p:cNvPr>
              <p:cNvSpPr/>
              <p:nvPr/>
            </p:nvSpPr>
            <p:spPr>
              <a:xfrm flipH="1">
                <a:off x="4923636" y="17828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18" name="Google Shape;2507;p61">
                <a:extLst>
                  <a:ext uri="{FF2B5EF4-FFF2-40B4-BE49-F238E27FC236}">
                    <a16:creationId xmlns="" xmlns:a16="http://schemas.microsoft.com/office/drawing/2014/main" id="{AA15EE02-FE29-DE74-180A-31964E0FCB84}"/>
                  </a:ext>
                </a:extLst>
              </p:cNvPr>
              <p:cNvSpPr/>
              <p:nvPr/>
            </p:nvSpPr>
            <p:spPr>
              <a:xfrm flipH="1">
                <a:off x="4244531" y="1782810"/>
                <a:ext cx="63366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" fill="none" extrusionOk="0">
                    <a:moveTo>
                      <a:pt x="1" y="1"/>
                    </a:moveTo>
                    <a:lnTo>
                      <a:pt x="5214" y="1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Google Shape;2508;p61">
                <a:extLst>
                  <a:ext uri="{FF2B5EF4-FFF2-40B4-BE49-F238E27FC236}">
                    <a16:creationId xmlns="" xmlns:a16="http://schemas.microsoft.com/office/drawing/2014/main" id="{669810D0-D306-A63D-73E1-3B2409366668}"/>
                  </a:ext>
                </a:extLst>
              </p:cNvPr>
              <p:cNvSpPr/>
              <p:nvPr/>
            </p:nvSpPr>
            <p:spPr>
              <a:xfrm flipH="1">
                <a:off x="4223272" y="1782810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Google Shape;2509;p61">
                <a:extLst>
                  <a:ext uri="{FF2B5EF4-FFF2-40B4-BE49-F238E27FC236}">
                    <a16:creationId xmlns="" xmlns:a16="http://schemas.microsoft.com/office/drawing/2014/main" id="{D2182673-9B16-9FE2-F20C-86D5F80E52F2}"/>
                  </a:ext>
                </a:extLst>
              </p:cNvPr>
              <p:cNvSpPr/>
              <p:nvPr/>
            </p:nvSpPr>
            <p:spPr>
              <a:xfrm flipH="1">
                <a:off x="4223272" y="1825459"/>
                <a:ext cx="122" cy="633540"/>
              </a:xfrm>
              <a:custGeom>
                <a:avLst/>
                <a:gdLst/>
                <a:ahLst/>
                <a:cxnLst/>
                <a:rect l="l" t="t" r="r" b="b"/>
                <a:pathLst>
                  <a:path w="1" h="5214" fill="none" extrusionOk="0">
                    <a:moveTo>
                      <a:pt x="0" y="1"/>
                    </a:moveTo>
                    <a:lnTo>
                      <a:pt x="0" y="5214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1" name="Google Shape;2510;p61">
                <a:extLst>
                  <a:ext uri="{FF2B5EF4-FFF2-40B4-BE49-F238E27FC236}">
                    <a16:creationId xmlns="" xmlns:a16="http://schemas.microsoft.com/office/drawing/2014/main" id="{9D3B5AC3-6410-6498-C7DA-337BFB945BB5}"/>
                  </a:ext>
                </a:extLst>
              </p:cNvPr>
              <p:cNvSpPr/>
              <p:nvPr/>
            </p:nvSpPr>
            <p:spPr>
              <a:xfrm flipH="1">
                <a:off x="4223272" y="2483296"/>
                <a:ext cx="122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2" name="Google Shape;2511;p61">
                <a:extLst>
                  <a:ext uri="{FF2B5EF4-FFF2-40B4-BE49-F238E27FC236}">
                    <a16:creationId xmlns="" xmlns:a16="http://schemas.microsoft.com/office/drawing/2014/main" id="{CA083764-C987-B4FF-4257-98FA1130F57E}"/>
                  </a:ext>
                </a:extLst>
              </p:cNvPr>
              <p:cNvSpPr/>
              <p:nvPr/>
            </p:nvSpPr>
            <p:spPr>
              <a:xfrm flipH="1">
                <a:off x="4265916" y="2483296"/>
                <a:ext cx="633540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14" h="1" fill="none" extrusionOk="0">
                    <a:moveTo>
                      <a:pt x="5214" y="0"/>
                    </a:moveTo>
                    <a:lnTo>
                      <a:pt x="1" y="0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3" name="Google Shape;2512;p61">
                <a:extLst>
                  <a:ext uri="{FF2B5EF4-FFF2-40B4-BE49-F238E27FC236}">
                    <a16:creationId xmlns="" xmlns:a16="http://schemas.microsoft.com/office/drawing/2014/main" id="{2596D0B1-761C-2DF1-90CB-5C814FA4C4F9}"/>
                  </a:ext>
                </a:extLst>
              </p:cNvPr>
              <p:cNvSpPr/>
              <p:nvPr/>
            </p:nvSpPr>
            <p:spPr>
              <a:xfrm flipH="1">
                <a:off x="4131893" y="1694596"/>
                <a:ext cx="880200" cy="877163"/>
              </a:xfrm>
              <a:custGeom>
                <a:avLst/>
                <a:gdLst/>
                <a:ahLst/>
                <a:cxnLst/>
                <a:rect l="l" t="t" r="r" b="b"/>
                <a:pathLst>
                  <a:path w="7244" h="7219" fill="none" extrusionOk="0">
                    <a:moveTo>
                      <a:pt x="0" y="0"/>
                    </a:moveTo>
                    <a:lnTo>
                      <a:pt x="7243" y="0"/>
                    </a:lnTo>
                    <a:lnTo>
                      <a:pt x="7243" y="7218"/>
                    </a:lnTo>
                    <a:lnTo>
                      <a:pt x="0" y="721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4" name="Google Shape;2513;p61">
                <a:extLst>
                  <a:ext uri="{FF2B5EF4-FFF2-40B4-BE49-F238E27FC236}">
                    <a16:creationId xmlns="" xmlns:a16="http://schemas.microsoft.com/office/drawing/2014/main" id="{377080E2-4286-5865-C92A-D1FA47B80966}"/>
                  </a:ext>
                </a:extLst>
              </p:cNvPr>
              <p:cNvSpPr/>
              <p:nvPr/>
            </p:nvSpPr>
            <p:spPr>
              <a:xfrm flipH="1">
                <a:off x="4031298" y="1913794"/>
                <a:ext cx="100608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828" h="1" fill="none" extrusionOk="0">
                    <a:moveTo>
                      <a:pt x="1" y="1"/>
                    </a:moveTo>
                    <a:lnTo>
                      <a:pt x="828" y="1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5" name="Google Shape;2514;p61">
                <a:extLst>
                  <a:ext uri="{FF2B5EF4-FFF2-40B4-BE49-F238E27FC236}">
                    <a16:creationId xmlns="" xmlns:a16="http://schemas.microsoft.com/office/drawing/2014/main" id="{30BCA467-D603-9392-511B-24BB2E33C5F7}"/>
                  </a:ext>
                </a:extLst>
              </p:cNvPr>
              <p:cNvSpPr/>
              <p:nvPr/>
            </p:nvSpPr>
            <p:spPr>
              <a:xfrm flipH="1">
                <a:off x="4055587" y="2005167"/>
                <a:ext cx="76307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" fill="none" extrusionOk="0">
                    <a:moveTo>
                      <a:pt x="1" y="1"/>
                    </a:moveTo>
                    <a:lnTo>
                      <a:pt x="627" y="1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  <p:sp>
            <p:nvSpPr>
              <p:cNvPr id="26" name="Google Shape;2515;p61">
                <a:extLst>
                  <a:ext uri="{FF2B5EF4-FFF2-40B4-BE49-F238E27FC236}">
                    <a16:creationId xmlns="" xmlns:a16="http://schemas.microsoft.com/office/drawing/2014/main" id="{7B43D9AE-B8C5-8988-BF29-ABADBDE51592}"/>
                  </a:ext>
                </a:extLst>
              </p:cNvPr>
              <p:cNvSpPr/>
              <p:nvPr/>
            </p:nvSpPr>
            <p:spPr>
              <a:xfrm flipH="1">
                <a:off x="4064613" y="2245750"/>
                <a:ext cx="64156" cy="122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" fill="none" extrusionOk="0">
                    <a:moveTo>
                      <a:pt x="1" y="0"/>
                    </a:moveTo>
                    <a:lnTo>
                      <a:pt x="527" y="0"/>
                    </a:lnTo>
                  </a:path>
                </a:pathLst>
              </a:custGeom>
              <a:noFill/>
              <a:ln w="9525" cap="rnd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</p:grpSp>
      <p:cxnSp>
        <p:nvCxnSpPr>
          <p:cNvPr id="30" name="Google Shape;2534;p61">
            <a:extLst>
              <a:ext uri="{FF2B5EF4-FFF2-40B4-BE49-F238E27FC236}">
                <a16:creationId xmlns="" xmlns:a16="http://schemas.microsoft.com/office/drawing/2014/main" id="{F13DAC3C-4AE1-9690-3157-A8F70B7D7819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7008" y="2902997"/>
            <a:ext cx="1174156" cy="37525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5" name="Google Shape;2534;p61">
            <a:extLst>
              <a:ext uri="{FF2B5EF4-FFF2-40B4-BE49-F238E27FC236}">
                <a16:creationId xmlns="" xmlns:a16="http://schemas.microsoft.com/office/drawing/2014/main" id="{5FEA8F26-A58E-6C04-E279-2D04624498AE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97330" y="3268879"/>
            <a:ext cx="1174156" cy="37525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4" name="Google Shape;2534;p61">
            <a:extLst>
              <a:ext uri="{FF2B5EF4-FFF2-40B4-BE49-F238E27FC236}">
                <a16:creationId xmlns="" xmlns:a16="http://schemas.microsoft.com/office/drawing/2014/main" id="{95D78C4A-81F1-94FB-C8C2-D8E9E9CC4C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86485" y="3032520"/>
            <a:ext cx="1356592" cy="27149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121" name="Picture 12" descr="Scalability - Free arrows icons">
            <a:extLst>
              <a:ext uri="{FF2B5EF4-FFF2-40B4-BE49-F238E27FC236}">
                <a16:creationId xmlns="" xmlns:a16="http://schemas.microsoft.com/office/drawing/2014/main" id="{7B6DD74D-3FA1-E0E1-2315-3015B0C78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440" y="3861197"/>
            <a:ext cx="647699" cy="64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248232" y="1770878"/>
            <a:ext cx="1095522" cy="2221905"/>
            <a:chOff x="4248232" y="1770878"/>
            <a:chExt cx="1095522" cy="2221905"/>
          </a:xfrm>
        </p:grpSpPr>
        <p:grpSp>
          <p:nvGrpSpPr>
            <p:cNvPr id="31" name="Google Shape;2498;p61">
              <a:extLst>
                <a:ext uri="{FF2B5EF4-FFF2-40B4-BE49-F238E27FC236}">
                  <a16:creationId xmlns="" xmlns:a16="http://schemas.microsoft.com/office/drawing/2014/main" id="{6461C56C-49B4-3239-CE24-465E407F5233}"/>
                </a:ext>
              </a:extLst>
            </p:cNvPr>
            <p:cNvGrpSpPr/>
            <p:nvPr/>
          </p:nvGrpSpPr>
          <p:grpSpPr>
            <a:xfrm rot="10800000">
              <a:off x="4248232" y="1770878"/>
              <a:ext cx="1095522" cy="804683"/>
              <a:chOff x="4031298" y="1694596"/>
              <a:chExt cx="1089808" cy="877163"/>
            </a:xfrm>
          </p:grpSpPr>
          <p:grpSp>
            <p:nvGrpSpPr>
              <p:cNvPr id="32" name="Google Shape;2499;p61">
                <a:extLst>
                  <a:ext uri="{FF2B5EF4-FFF2-40B4-BE49-F238E27FC236}">
                    <a16:creationId xmlns="" xmlns:a16="http://schemas.microsoft.com/office/drawing/2014/main" id="{E53FFFCA-442C-8A86-2B3C-D9BAA73FF707}"/>
                  </a:ext>
                </a:extLst>
              </p:cNvPr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46" name="Google Shape;2500;p61">
                  <a:extLst>
                    <a:ext uri="{FF2B5EF4-FFF2-40B4-BE49-F238E27FC236}">
                      <a16:creationId xmlns="" xmlns:a16="http://schemas.microsoft.com/office/drawing/2014/main" id="{CEC12113-CA53-F42B-2B8A-8F971EF5FFAA}"/>
                    </a:ext>
                  </a:extLst>
                </p:cNvPr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7" name="Google Shape;2501;p61">
                  <a:extLst>
                    <a:ext uri="{FF2B5EF4-FFF2-40B4-BE49-F238E27FC236}">
                      <a16:creationId xmlns="" xmlns:a16="http://schemas.microsoft.com/office/drawing/2014/main" id="{BE95E637-D8C2-08BF-A4FC-CAB4C81C6598}"/>
                    </a:ext>
                  </a:extLst>
                </p:cNvPr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8" name="Google Shape;2502;p61">
                  <a:extLst>
                    <a:ext uri="{FF2B5EF4-FFF2-40B4-BE49-F238E27FC236}">
                      <a16:creationId xmlns="" xmlns:a16="http://schemas.microsoft.com/office/drawing/2014/main" id="{00887DFE-1B4B-9CD0-0C61-D2304F0B0ACE}"/>
                    </a:ext>
                  </a:extLst>
                </p:cNvPr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grpSp>
            <p:nvGrpSpPr>
              <p:cNvPr id="33" name="Google Shape;2503;p61">
                <a:extLst>
                  <a:ext uri="{FF2B5EF4-FFF2-40B4-BE49-F238E27FC236}">
                    <a16:creationId xmlns="" xmlns:a16="http://schemas.microsoft.com/office/drawing/2014/main" id="{EDA68748-1F3D-AA9B-8D64-EDCAD36E4D6D}"/>
                  </a:ext>
                </a:extLst>
              </p:cNvPr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34" name="Google Shape;2504;p61">
                  <a:extLst>
                    <a:ext uri="{FF2B5EF4-FFF2-40B4-BE49-F238E27FC236}">
                      <a16:creationId xmlns="" xmlns:a16="http://schemas.microsoft.com/office/drawing/2014/main" id="{6A79A950-76FE-85E4-69D8-E34163491F36}"/>
                    </a:ext>
                  </a:extLst>
                </p:cNvPr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5" name="Google Shape;2505;p61">
                  <a:extLst>
                    <a:ext uri="{FF2B5EF4-FFF2-40B4-BE49-F238E27FC236}">
                      <a16:creationId xmlns="" xmlns:a16="http://schemas.microsoft.com/office/drawing/2014/main" id="{0FB244B6-B417-E65D-7024-9B6EAE017687}"/>
                    </a:ext>
                  </a:extLst>
                </p:cNvPr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6" name="Google Shape;2506;p61">
                  <a:extLst>
                    <a:ext uri="{FF2B5EF4-FFF2-40B4-BE49-F238E27FC236}">
                      <a16:creationId xmlns="" xmlns:a16="http://schemas.microsoft.com/office/drawing/2014/main" id="{02CDAB79-2887-A1A0-DBB6-48544A587FF9}"/>
                    </a:ext>
                  </a:extLst>
                </p:cNvPr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7" name="Google Shape;2507;p61">
                  <a:extLst>
                    <a:ext uri="{FF2B5EF4-FFF2-40B4-BE49-F238E27FC236}">
                      <a16:creationId xmlns="" xmlns:a16="http://schemas.microsoft.com/office/drawing/2014/main" id="{07F387DD-B6FC-C4E8-2F99-6DCFDBC92D89}"/>
                    </a:ext>
                  </a:extLst>
                </p:cNvPr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5" h="1" fill="none" extrusionOk="0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8" name="Google Shape;2508;p61">
                  <a:extLst>
                    <a:ext uri="{FF2B5EF4-FFF2-40B4-BE49-F238E27FC236}">
                      <a16:creationId xmlns="" xmlns:a16="http://schemas.microsoft.com/office/drawing/2014/main" id="{FCCEA363-E047-A5F4-5B97-E0EB8F8A8EC2}"/>
                    </a:ext>
                  </a:extLst>
                </p:cNvPr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39" name="Google Shape;2509;p61">
                  <a:extLst>
                    <a:ext uri="{FF2B5EF4-FFF2-40B4-BE49-F238E27FC236}">
                      <a16:creationId xmlns="" xmlns:a16="http://schemas.microsoft.com/office/drawing/2014/main" id="{6DE1B40D-4521-9B44-F1EF-026AC75FBA97}"/>
                    </a:ext>
                  </a:extLst>
                </p:cNvPr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0" name="Google Shape;2510;p61">
                  <a:extLst>
                    <a:ext uri="{FF2B5EF4-FFF2-40B4-BE49-F238E27FC236}">
                      <a16:creationId xmlns="" xmlns:a16="http://schemas.microsoft.com/office/drawing/2014/main" id="{269269E7-78F5-FD2C-F47F-481FE7C4F419}"/>
                    </a:ext>
                  </a:extLst>
                </p:cNvPr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1" name="Google Shape;2511;p61">
                  <a:extLst>
                    <a:ext uri="{FF2B5EF4-FFF2-40B4-BE49-F238E27FC236}">
                      <a16:creationId xmlns="" xmlns:a16="http://schemas.microsoft.com/office/drawing/2014/main" id="{9DD874C4-F522-5344-13C1-454D0ADCB3E9}"/>
                    </a:ext>
                  </a:extLst>
                </p:cNvPr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" h="1" fill="none" extrusionOk="0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2" name="Google Shape;2512;p61">
                  <a:extLst>
                    <a:ext uri="{FF2B5EF4-FFF2-40B4-BE49-F238E27FC236}">
                      <a16:creationId xmlns="" xmlns:a16="http://schemas.microsoft.com/office/drawing/2014/main" id="{5833979A-7312-5609-3141-A091C6B4BCA7}"/>
                    </a:ext>
                  </a:extLst>
                </p:cNvPr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4" h="7219" fill="none" extrusionOk="0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3" name="Google Shape;2513;p61">
                  <a:extLst>
                    <a:ext uri="{FF2B5EF4-FFF2-40B4-BE49-F238E27FC236}">
                      <a16:creationId xmlns="" xmlns:a16="http://schemas.microsoft.com/office/drawing/2014/main" id="{8C377700-FDAC-6A6D-A39D-313F1EFE811D}"/>
                    </a:ext>
                  </a:extLst>
                </p:cNvPr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4" name="Google Shape;2514;p61">
                  <a:extLst>
                    <a:ext uri="{FF2B5EF4-FFF2-40B4-BE49-F238E27FC236}">
                      <a16:creationId xmlns="" xmlns:a16="http://schemas.microsoft.com/office/drawing/2014/main" id="{E84D9F24-EF07-6684-B3A4-874E7746C564}"/>
                    </a:ext>
                  </a:extLst>
                </p:cNvPr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45" name="Google Shape;2515;p61">
                  <a:extLst>
                    <a:ext uri="{FF2B5EF4-FFF2-40B4-BE49-F238E27FC236}">
                      <a16:creationId xmlns="" xmlns:a16="http://schemas.microsoft.com/office/drawing/2014/main" id="{27D63425-EB71-6F2B-AED4-4F3543051CC8}"/>
                    </a:ext>
                  </a:extLst>
                </p:cNvPr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</p:grpSp>
        <p:cxnSp>
          <p:nvCxnSpPr>
            <p:cNvPr id="49" name="Google Shape;2534;p61">
              <a:extLst>
                <a:ext uri="{FF2B5EF4-FFF2-40B4-BE49-F238E27FC236}">
                  <a16:creationId xmlns="" xmlns:a16="http://schemas.microsoft.com/office/drawing/2014/main" id="{B5338530-F5B2-D852-95E4-A10452C2040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981948" y="3178738"/>
              <a:ext cx="1356592" cy="27149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pic>
          <p:nvPicPr>
            <p:cNvPr id="124" name="Picture 10" descr="Security - Free security icons">
              <a:extLst>
                <a:ext uri="{FF2B5EF4-FFF2-40B4-BE49-F238E27FC236}">
                  <a16:creationId xmlns="" xmlns:a16="http://schemas.microsoft.com/office/drawing/2014/main" id="{E27114E8-495D-A390-3FF3-CDCCB31888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6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281" y="1885227"/>
              <a:ext cx="609296" cy="609296"/>
            </a:xfrm>
            <a:prstGeom prst="rect">
              <a:avLst/>
            </a:prstGeom>
            <a:noFill/>
          </p:spPr>
        </p:pic>
      </p:grpSp>
      <p:grpSp>
        <p:nvGrpSpPr>
          <p:cNvPr id="4" name="Group 3"/>
          <p:cNvGrpSpPr/>
          <p:nvPr/>
        </p:nvGrpSpPr>
        <p:grpSpPr>
          <a:xfrm>
            <a:off x="6857440" y="4074734"/>
            <a:ext cx="1151035" cy="854286"/>
            <a:chOff x="6857440" y="4074734"/>
            <a:chExt cx="1151035" cy="854286"/>
          </a:xfrm>
        </p:grpSpPr>
        <p:grpSp>
          <p:nvGrpSpPr>
            <p:cNvPr id="125" name="Google Shape;2498;p61">
              <a:extLst>
                <a:ext uri="{FF2B5EF4-FFF2-40B4-BE49-F238E27FC236}">
                  <a16:creationId xmlns="" xmlns:a16="http://schemas.microsoft.com/office/drawing/2014/main" id="{B585F3B6-BFE4-AB85-E571-DF51BBA2927B}"/>
                </a:ext>
              </a:extLst>
            </p:cNvPr>
            <p:cNvGrpSpPr/>
            <p:nvPr/>
          </p:nvGrpSpPr>
          <p:grpSpPr>
            <a:xfrm>
              <a:off x="6857440" y="4074734"/>
              <a:ext cx="1151035" cy="854286"/>
              <a:chOff x="4031298" y="1694596"/>
              <a:chExt cx="1089808" cy="877163"/>
            </a:xfrm>
          </p:grpSpPr>
          <p:grpSp>
            <p:nvGrpSpPr>
              <p:cNvPr id="126" name="Google Shape;2499;p61">
                <a:extLst>
                  <a:ext uri="{FF2B5EF4-FFF2-40B4-BE49-F238E27FC236}">
                    <a16:creationId xmlns="" xmlns:a16="http://schemas.microsoft.com/office/drawing/2014/main" id="{D269EDB5-6CBD-5123-4F54-C53EDA2C4F66}"/>
                  </a:ext>
                </a:extLst>
              </p:cNvPr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140" name="Google Shape;2500;p61">
                  <a:extLst>
                    <a:ext uri="{FF2B5EF4-FFF2-40B4-BE49-F238E27FC236}">
                      <a16:creationId xmlns="" xmlns:a16="http://schemas.microsoft.com/office/drawing/2014/main" id="{6A411C5B-EF8A-B222-D4AF-6F37FBE85046}"/>
                    </a:ext>
                  </a:extLst>
                </p:cNvPr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41" name="Google Shape;2501;p61">
                  <a:extLst>
                    <a:ext uri="{FF2B5EF4-FFF2-40B4-BE49-F238E27FC236}">
                      <a16:creationId xmlns="" xmlns:a16="http://schemas.microsoft.com/office/drawing/2014/main" id="{EDAC2E2D-16B1-1AC2-CD55-AEA636877AC9}"/>
                    </a:ext>
                  </a:extLst>
                </p:cNvPr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42" name="Google Shape;2502;p61">
                  <a:extLst>
                    <a:ext uri="{FF2B5EF4-FFF2-40B4-BE49-F238E27FC236}">
                      <a16:creationId xmlns="" xmlns:a16="http://schemas.microsoft.com/office/drawing/2014/main" id="{1F00E881-AA68-663C-71C9-DA0BA314789F}"/>
                    </a:ext>
                  </a:extLst>
                </p:cNvPr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grpSp>
            <p:nvGrpSpPr>
              <p:cNvPr id="127" name="Google Shape;2503;p61">
                <a:extLst>
                  <a:ext uri="{FF2B5EF4-FFF2-40B4-BE49-F238E27FC236}">
                    <a16:creationId xmlns="" xmlns:a16="http://schemas.microsoft.com/office/drawing/2014/main" id="{636C3E25-8290-AD16-A40A-32A2C45AC76F}"/>
                  </a:ext>
                </a:extLst>
              </p:cNvPr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128" name="Google Shape;2504;p61">
                  <a:extLst>
                    <a:ext uri="{FF2B5EF4-FFF2-40B4-BE49-F238E27FC236}">
                      <a16:creationId xmlns="" xmlns:a16="http://schemas.microsoft.com/office/drawing/2014/main" id="{F7C2B9DF-FD9D-0AAD-632A-E177375BDE8E}"/>
                    </a:ext>
                  </a:extLst>
                </p:cNvPr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29" name="Google Shape;2505;p61">
                  <a:extLst>
                    <a:ext uri="{FF2B5EF4-FFF2-40B4-BE49-F238E27FC236}">
                      <a16:creationId xmlns="" xmlns:a16="http://schemas.microsoft.com/office/drawing/2014/main" id="{019F9F1F-9436-021C-8C8E-54496013452D}"/>
                    </a:ext>
                  </a:extLst>
                </p:cNvPr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0" name="Google Shape;2506;p61">
                  <a:extLst>
                    <a:ext uri="{FF2B5EF4-FFF2-40B4-BE49-F238E27FC236}">
                      <a16:creationId xmlns="" xmlns:a16="http://schemas.microsoft.com/office/drawing/2014/main" id="{068F3B3C-5FC5-45E8-3D66-EB258A021597}"/>
                    </a:ext>
                  </a:extLst>
                </p:cNvPr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1" name="Google Shape;2507;p61">
                  <a:extLst>
                    <a:ext uri="{FF2B5EF4-FFF2-40B4-BE49-F238E27FC236}">
                      <a16:creationId xmlns="" xmlns:a16="http://schemas.microsoft.com/office/drawing/2014/main" id="{E9962A3E-9568-0663-2200-C780E627D919}"/>
                    </a:ext>
                  </a:extLst>
                </p:cNvPr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5" h="1" fill="none" extrusionOk="0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2" name="Google Shape;2508;p61">
                  <a:extLst>
                    <a:ext uri="{FF2B5EF4-FFF2-40B4-BE49-F238E27FC236}">
                      <a16:creationId xmlns="" xmlns:a16="http://schemas.microsoft.com/office/drawing/2014/main" id="{24CBD58C-FE79-535E-947C-1D0F329D2E44}"/>
                    </a:ext>
                  </a:extLst>
                </p:cNvPr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3" name="Google Shape;2509;p61">
                  <a:extLst>
                    <a:ext uri="{FF2B5EF4-FFF2-40B4-BE49-F238E27FC236}">
                      <a16:creationId xmlns="" xmlns:a16="http://schemas.microsoft.com/office/drawing/2014/main" id="{9D127E4A-0B2F-F8E8-3A24-C28A190C8206}"/>
                    </a:ext>
                  </a:extLst>
                </p:cNvPr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4" name="Google Shape;2510;p61">
                  <a:extLst>
                    <a:ext uri="{FF2B5EF4-FFF2-40B4-BE49-F238E27FC236}">
                      <a16:creationId xmlns="" xmlns:a16="http://schemas.microsoft.com/office/drawing/2014/main" id="{DE274B73-F655-16F0-05DF-FDB0EF372848}"/>
                    </a:ext>
                  </a:extLst>
                </p:cNvPr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5" name="Google Shape;2511;p61">
                  <a:extLst>
                    <a:ext uri="{FF2B5EF4-FFF2-40B4-BE49-F238E27FC236}">
                      <a16:creationId xmlns="" xmlns:a16="http://schemas.microsoft.com/office/drawing/2014/main" id="{DB8D2683-3970-C021-0BCE-84DB3EA5A9B7}"/>
                    </a:ext>
                  </a:extLst>
                </p:cNvPr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" h="1" fill="none" extrusionOk="0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6" name="Google Shape;2512;p61">
                  <a:extLst>
                    <a:ext uri="{FF2B5EF4-FFF2-40B4-BE49-F238E27FC236}">
                      <a16:creationId xmlns="" xmlns:a16="http://schemas.microsoft.com/office/drawing/2014/main" id="{70ABD1BC-529C-2610-9B45-D01180FBB945}"/>
                    </a:ext>
                  </a:extLst>
                </p:cNvPr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4" h="7219" fill="none" extrusionOk="0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7" name="Google Shape;2513;p61">
                  <a:extLst>
                    <a:ext uri="{FF2B5EF4-FFF2-40B4-BE49-F238E27FC236}">
                      <a16:creationId xmlns="" xmlns:a16="http://schemas.microsoft.com/office/drawing/2014/main" id="{52E8CDC2-6CD0-0E0A-8B22-D1D395195235}"/>
                    </a:ext>
                  </a:extLst>
                </p:cNvPr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8" name="Google Shape;2514;p61">
                  <a:extLst>
                    <a:ext uri="{FF2B5EF4-FFF2-40B4-BE49-F238E27FC236}">
                      <a16:creationId xmlns="" xmlns:a16="http://schemas.microsoft.com/office/drawing/2014/main" id="{7E7A35F8-6BAB-71EF-E28B-54587FC023F3}"/>
                    </a:ext>
                  </a:extLst>
                </p:cNvPr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39" name="Google Shape;2515;p61">
                  <a:extLst>
                    <a:ext uri="{FF2B5EF4-FFF2-40B4-BE49-F238E27FC236}">
                      <a16:creationId xmlns="" xmlns:a16="http://schemas.microsoft.com/office/drawing/2014/main" id="{F4E0EA57-213F-C861-81D0-A883CB63159E}"/>
                    </a:ext>
                  </a:extLst>
                </p:cNvPr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</p:grpSp>
        <p:pic>
          <p:nvPicPr>
            <p:cNvPr id="143" name="Picture 16" descr="Accessibility - Free icons">
              <a:extLst>
                <a:ext uri="{FF2B5EF4-FFF2-40B4-BE49-F238E27FC236}">
                  <a16:creationId xmlns="" xmlns:a16="http://schemas.microsoft.com/office/drawing/2014/main" id="{86F7FF26-3718-034D-70DE-5E975D64C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8496" y="4226513"/>
              <a:ext cx="592688" cy="59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9650955" y="1652181"/>
            <a:ext cx="1095522" cy="804683"/>
            <a:chOff x="9650955" y="1652181"/>
            <a:chExt cx="1095522" cy="804683"/>
          </a:xfrm>
        </p:grpSpPr>
        <p:grpSp>
          <p:nvGrpSpPr>
            <p:cNvPr id="162" name="Google Shape;2498;p61">
              <a:extLst>
                <a:ext uri="{FF2B5EF4-FFF2-40B4-BE49-F238E27FC236}">
                  <a16:creationId xmlns="" xmlns:a16="http://schemas.microsoft.com/office/drawing/2014/main" id="{5D38E921-3C51-5D76-8581-25C45A25F18D}"/>
                </a:ext>
              </a:extLst>
            </p:cNvPr>
            <p:cNvGrpSpPr/>
            <p:nvPr/>
          </p:nvGrpSpPr>
          <p:grpSpPr>
            <a:xfrm rot="10800000">
              <a:off x="9650955" y="1652181"/>
              <a:ext cx="1095522" cy="804683"/>
              <a:chOff x="4031298" y="1694596"/>
              <a:chExt cx="1089808" cy="877163"/>
            </a:xfrm>
          </p:grpSpPr>
          <p:grpSp>
            <p:nvGrpSpPr>
              <p:cNvPr id="163" name="Google Shape;2499;p61">
                <a:extLst>
                  <a:ext uri="{FF2B5EF4-FFF2-40B4-BE49-F238E27FC236}">
                    <a16:creationId xmlns="" xmlns:a16="http://schemas.microsoft.com/office/drawing/2014/main" id="{0B6AC27D-D8A7-8112-7C78-D87368391D63}"/>
                  </a:ext>
                </a:extLst>
              </p:cNvPr>
              <p:cNvGrpSpPr/>
              <p:nvPr/>
            </p:nvGrpSpPr>
            <p:grpSpPr>
              <a:xfrm>
                <a:off x="5012112" y="1913794"/>
                <a:ext cx="108994" cy="332078"/>
                <a:chOff x="4031312" y="1913794"/>
                <a:chExt cx="108994" cy="332078"/>
              </a:xfrm>
            </p:grpSpPr>
            <p:sp>
              <p:nvSpPr>
                <p:cNvPr id="177" name="Google Shape;2500;p61">
                  <a:extLst>
                    <a:ext uri="{FF2B5EF4-FFF2-40B4-BE49-F238E27FC236}">
                      <a16:creationId xmlns="" xmlns:a16="http://schemas.microsoft.com/office/drawing/2014/main" id="{6286DBA8-D28B-53F7-2436-1F30C2156003}"/>
                    </a:ext>
                  </a:extLst>
                </p:cNvPr>
                <p:cNvSpPr/>
                <p:nvPr/>
              </p:nvSpPr>
              <p:spPr>
                <a:xfrm flipH="1">
                  <a:off x="40396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8" name="Google Shape;2501;p61">
                  <a:extLst>
                    <a:ext uri="{FF2B5EF4-FFF2-40B4-BE49-F238E27FC236}">
                      <a16:creationId xmlns="" xmlns:a16="http://schemas.microsoft.com/office/drawing/2014/main" id="{D866F100-7F92-5BD8-648C-FD98E4CE55C8}"/>
                    </a:ext>
                  </a:extLst>
                </p:cNvPr>
                <p:cNvSpPr/>
                <p:nvPr/>
              </p:nvSpPr>
              <p:spPr>
                <a:xfrm flipH="1">
                  <a:off x="4031312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9" name="Google Shape;2502;p61">
                  <a:extLst>
                    <a:ext uri="{FF2B5EF4-FFF2-40B4-BE49-F238E27FC236}">
                      <a16:creationId xmlns="" xmlns:a16="http://schemas.microsoft.com/office/drawing/2014/main" id="{420FB5AF-31B6-E239-2309-137EB806862F}"/>
                    </a:ext>
                  </a:extLst>
                </p:cNvPr>
                <p:cNvSpPr/>
                <p:nvPr/>
              </p:nvSpPr>
              <p:spPr>
                <a:xfrm flipH="1">
                  <a:off x="4037376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grpSp>
            <p:nvGrpSpPr>
              <p:cNvPr id="164" name="Google Shape;2503;p61">
                <a:extLst>
                  <a:ext uri="{FF2B5EF4-FFF2-40B4-BE49-F238E27FC236}">
                    <a16:creationId xmlns="" xmlns:a16="http://schemas.microsoft.com/office/drawing/2014/main" id="{319573C7-866B-D2FA-05D5-E39D66AFE526}"/>
                  </a:ext>
                </a:extLst>
              </p:cNvPr>
              <p:cNvGrpSpPr/>
              <p:nvPr/>
            </p:nvGrpSpPr>
            <p:grpSpPr>
              <a:xfrm>
                <a:off x="4031298" y="1694596"/>
                <a:ext cx="980795" cy="877163"/>
                <a:chOff x="4031298" y="1694596"/>
                <a:chExt cx="980795" cy="877163"/>
              </a:xfrm>
            </p:grpSpPr>
            <p:sp>
              <p:nvSpPr>
                <p:cNvPr id="165" name="Google Shape;2504;p61">
                  <a:extLst>
                    <a:ext uri="{FF2B5EF4-FFF2-40B4-BE49-F238E27FC236}">
                      <a16:creationId xmlns="" xmlns:a16="http://schemas.microsoft.com/office/drawing/2014/main" id="{EB0C0E53-6055-7DAB-46B0-8DCB415C4752}"/>
                    </a:ext>
                  </a:extLst>
                </p:cNvPr>
                <p:cNvSpPr/>
                <p:nvPr/>
              </p:nvSpPr>
              <p:spPr>
                <a:xfrm flipH="1">
                  <a:off x="4923636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66" name="Google Shape;2505;p61">
                  <a:extLst>
                    <a:ext uri="{FF2B5EF4-FFF2-40B4-BE49-F238E27FC236}">
                      <a16:creationId xmlns="" xmlns:a16="http://schemas.microsoft.com/office/drawing/2014/main" id="{BCD8EA2C-B5E0-B05F-FE2E-B833F2FF1094}"/>
                    </a:ext>
                  </a:extLst>
                </p:cNvPr>
                <p:cNvSpPr/>
                <p:nvPr/>
              </p:nvSpPr>
              <p:spPr>
                <a:xfrm flipH="1">
                  <a:off x="4923636" y="1804195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52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67" name="Google Shape;2506;p61">
                  <a:extLst>
                    <a:ext uri="{FF2B5EF4-FFF2-40B4-BE49-F238E27FC236}">
                      <a16:creationId xmlns="" xmlns:a16="http://schemas.microsoft.com/office/drawing/2014/main" id="{D361060D-2704-4C68-C5E7-778F04EE838A}"/>
                    </a:ext>
                  </a:extLst>
                </p:cNvPr>
                <p:cNvSpPr/>
                <p:nvPr/>
              </p:nvSpPr>
              <p:spPr>
                <a:xfrm flipH="1">
                  <a:off x="4923636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68" name="Google Shape;2507;p61">
                  <a:extLst>
                    <a:ext uri="{FF2B5EF4-FFF2-40B4-BE49-F238E27FC236}">
                      <a16:creationId xmlns="" xmlns:a16="http://schemas.microsoft.com/office/drawing/2014/main" id="{E00DB029-9A41-F5CB-7550-B63B04713D89}"/>
                    </a:ext>
                  </a:extLst>
                </p:cNvPr>
                <p:cNvSpPr/>
                <p:nvPr/>
              </p:nvSpPr>
              <p:spPr>
                <a:xfrm flipH="1">
                  <a:off x="4244531" y="1782810"/>
                  <a:ext cx="63366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5" h="1" fill="none" extrusionOk="0">
                      <a:moveTo>
                        <a:pt x="1" y="1"/>
                      </a:moveTo>
                      <a:lnTo>
                        <a:pt x="5214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69" name="Google Shape;2508;p61">
                  <a:extLst>
                    <a:ext uri="{FF2B5EF4-FFF2-40B4-BE49-F238E27FC236}">
                      <a16:creationId xmlns="" xmlns:a16="http://schemas.microsoft.com/office/drawing/2014/main" id="{08B84191-00DD-D8F3-D23E-AF44994D759F}"/>
                    </a:ext>
                  </a:extLst>
                </p:cNvPr>
                <p:cNvSpPr/>
                <p:nvPr/>
              </p:nvSpPr>
              <p:spPr>
                <a:xfrm flipH="1">
                  <a:off x="4223272" y="1782810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0" name="Google Shape;2509;p61">
                  <a:extLst>
                    <a:ext uri="{FF2B5EF4-FFF2-40B4-BE49-F238E27FC236}">
                      <a16:creationId xmlns="" xmlns:a16="http://schemas.microsoft.com/office/drawing/2014/main" id="{C94BB327-8B95-19F7-8333-E5BD03EF27DE}"/>
                    </a:ext>
                  </a:extLst>
                </p:cNvPr>
                <p:cNvSpPr/>
                <p:nvPr/>
              </p:nvSpPr>
              <p:spPr>
                <a:xfrm flipH="1">
                  <a:off x="4223272" y="1825459"/>
                  <a:ext cx="122" cy="633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214" fill="none" extrusionOk="0">
                      <a:moveTo>
                        <a:pt x="0" y="1"/>
                      </a:moveTo>
                      <a:lnTo>
                        <a:pt x="0" y="5214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1" name="Google Shape;2510;p61">
                  <a:extLst>
                    <a:ext uri="{FF2B5EF4-FFF2-40B4-BE49-F238E27FC236}">
                      <a16:creationId xmlns="" xmlns:a16="http://schemas.microsoft.com/office/drawing/2014/main" id="{DD35C720-88D2-E043-6745-C83F3CD46BE4}"/>
                    </a:ext>
                  </a:extLst>
                </p:cNvPr>
                <p:cNvSpPr/>
                <p:nvPr/>
              </p:nvSpPr>
              <p:spPr>
                <a:xfrm flipH="1">
                  <a:off x="4223272" y="2483296"/>
                  <a:ext cx="122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2" name="Google Shape;2511;p61">
                  <a:extLst>
                    <a:ext uri="{FF2B5EF4-FFF2-40B4-BE49-F238E27FC236}">
                      <a16:creationId xmlns="" xmlns:a16="http://schemas.microsoft.com/office/drawing/2014/main" id="{960BF24E-8F89-E7CA-1CA7-78AC829410F7}"/>
                    </a:ext>
                  </a:extLst>
                </p:cNvPr>
                <p:cNvSpPr/>
                <p:nvPr/>
              </p:nvSpPr>
              <p:spPr>
                <a:xfrm flipH="1">
                  <a:off x="4265916" y="2483296"/>
                  <a:ext cx="633540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4" h="1" fill="none" extrusionOk="0">
                      <a:moveTo>
                        <a:pt x="5214" y="0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3" name="Google Shape;2512;p61">
                  <a:extLst>
                    <a:ext uri="{FF2B5EF4-FFF2-40B4-BE49-F238E27FC236}">
                      <a16:creationId xmlns="" xmlns:a16="http://schemas.microsoft.com/office/drawing/2014/main" id="{458BB19E-E1B6-13E5-1602-FC073801895F}"/>
                    </a:ext>
                  </a:extLst>
                </p:cNvPr>
                <p:cNvSpPr/>
                <p:nvPr/>
              </p:nvSpPr>
              <p:spPr>
                <a:xfrm flipH="1">
                  <a:off x="4131893" y="1694596"/>
                  <a:ext cx="880200" cy="87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4" h="7219" fill="none" extrusionOk="0">
                      <a:moveTo>
                        <a:pt x="0" y="0"/>
                      </a:moveTo>
                      <a:lnTo>
                        <a:pt x="7243" y="0"/>
                      </a:lnTo>
                      <a:lnTo>
                        <a:pt x="7243" y="7218"/>
                      </a:lnTo>
                      <a:lnTo>
                        <a:pt x="0" y="7218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4" name="Google Shape;2513;p61">
                  <a:extLst>
                    <a:ext uri="{FF2B5EF4-FFF2-40B4-BE49-F238E27FC236}">
                      <a16:creationId xmlns="" xmlns:a16="http://schemas.microsoft.com/office/drawing/2014/main" id="{2D160A61-2F5C-8984-5863-09B87F306635}"/>
                    </a:ext>
                  </a:extLst>
                </p:cNvPr>
                <p:cNvSpPr/>
                <p:nvPr/>
              </p:nvSpPr>
              <p:spPr>
                <a:xfrm flipH="1">
                  <a:off x="4031298" y="1913794"/>
                  <a:ext cx="100608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1" fill="none" extrusionOk="0">
                      <a:moveTo>
                        <a:pt x="1" y="1"/>
                      </a:moveTo>
                      <a:lnTo>
                        <a:pt x="828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5" name="Google Shape;2514;p61">
                  <a:extLst>
                    <a:ext uri="{FF2B5EF4-FFF2-40B4-BE49-F238E27FC236}">
                      <a16:creationId xmlns="" xmlns:a16="http://schemas.microsoft.com/office/drawing/2014/main" id="{E9381DB8-B15D-020C-3CE3-6D926BB0AA92}"/>
                    </a:ext>
                  </a:extLst>
                </p:cNvPr>
                <p:cNvSpPr/>
                <p:nvPr/>
              </p:nvSpPr>
              <p:spPr>
                <a:xfrm flipH="1">
                  <a:off x="4055587" y="2005167"/>
                  <a:ext cx="76307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" h="1" fill="none" extrusionOk="0">
                      <a:moveTo>
                        <a:pt x="1" y="1"/>
                      </a:moveTo>
                      <a:lnTo>
                        <a:pt x="627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176" name="Google Shape;2515;p61">
                  <a:extLst>
                    <a:ext uri="{FF2B5EF4-FFF2-40B4-BE49-F238E27FC236}">
                      <a16:creationId xmlns="" xmlns:a16="http://schemas.microsoft.com/office/drawing/2014/main" id="{B8314219-2DF0-C80A-C4BF-AB0B42EE2822}"/>
                    </a:ext>
                  </a:extLst>
                </p:cNvPr>
                <p:cNvSpPr/>
                <p:nvPr/>
              </p:nvSpPr>
              <p:spPr>
                <a:xfrm flipH="1">
                  <a:off x="4064613" y="2245750"/>
                  <a:ext cx="64156" cy="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" h="1" fill="none" extrusionOk="0">
                      <a:moveTo>
                        <a:pt x="1" y="0"/>
                      </a:moveTo>
                      <a:lnTo>
                        <a:pt x="52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</p:grpSp>
        <p:pic>
          <p:nvPicPr>
            <p:cNvPr id="2050" name="Picture 2" descr="Free Mobile phone SVG, PNG Icon, Symbol. Download Image.">
              <a:extLst>
                <a:ext uri="{FF2B5EF4-FFF2-40B4-BE49-F238E27FC236}">
                  <a16:creationId xmlns="" xmlns:a16="http://schemas.microsoft.com/office/drawing/2014/main" id="{3D8C278A-1EB6-28CF-DA81-94BDB6AF0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0324" y="1763927"/>
              <a:ext cx="581192" cy="581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3C1811-A3A2-5E38-F2D0-07947FA9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97" y="253954"/>
            <a:ext cx="9860280" cy="1315090"/>
          </a:xfrm>
        </p:spPr>
        <p:txBody>
          <a:bodyPr/>
          <a:lstStyle/>
          <a:p>
            <a:pPr algn="ctr"/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</p:spTree>
    <p:extLst>
      <p:ext uri="{BB962C8B-B14F-4D97-AF65-F5344CB8AC3E}">
        <p14:creationId xmlns:p14="http://schemas.microsoft.com/office/powerpoint/2010/main" val="24455040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8135BB-B3D7-3C0B-02F9-CC8986F8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860" y="1987074"/>
            <a:ext cx="9860280" cy="2883851"/>
          </a:xfrm>
        </p:spPr>
        <p:txBody>
          <a:bodyPr/>
          <a:lstStyle/>
          <a:p>
            <a:pPr algn="ctr"/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b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Queries?</a:t>
            </a:r>
          </a:p>
        </p:txBody>
      </p:sp>
    </p:spTree>
    <p:extLst>
      <p:ext uri="{BB962C8B-B14F-4D97-AF65-F5344CB8AC3E}">
        <p14:creationId xmlns:p14="http://schemas.microsoft.com/office/powerpoint/2010/main" val="24507355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127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Bebas Neue</vt:lpstr>
      <vt:lpstr>Calibri</vt:lpstr>
      <vt:lpstr>Calibri Light</vt:lpstr>
      <vt:lpstr>Kulim Park</vt:lpstr>
      <vt:lpstr>Roboto</vt:lpstr>
      <vt:lpstr>Times New Roman</vt:lpstr>
      <vt:lpstr>Wingdings</vt:lpstr>
      <vt:lpstr>Office Theme</vt:lpstr>
      <vt:lpstr>KUConnect</vt:lpstr>
      <vt:lpstr>Introduction</vt:lpstr>
      <vt:lpstr>Objective</vt:lpstr>
      <vt:lpstr>Problem Statement</vt:lpstr>
      <vt:lpstr>Technologies Used:</vt:lpstr>
      <vt:lpstr>System  Flowchart </vt:lpstr>
      <vt:lpstr>PowerPoint Presentation</vt:lpstr>
      <vt:lpstr>Security Measures</vt:lpstr>
      <vt:lpstr>PowerPoint Presentation</vt:lpstr>
      <vt:lpstr>Future Enhancement</vt:lpstr>
      <vt:lpstr>Thank You! Any Queries?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T U F</cp:lastModifiedBy>
  <cp:revision>33</cp:revision>
  <dcterms:created xsi:type="dcterms:W3CDTF">2025-03-10T12:02:31Z</dcterms:created>
  <dcterms:modified xsi:type="dcterms:W3CDTF">2025-03-14T03:18:07Z</dcterms:modified>
</cp:coreProperties>
</file>